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658" r:id="rId3"/>
    <p:sldMasterId id="2147483682" r:id="rId4"/>
  </p:sldMasterIdLst>
  <p:notesMasterIdLst>
    <p:notesMasterId r:id="rId21"/>
  </p:notesMasterIdLst>
  <p:sldIdLst>
    <p:sldId id="256" r:id="rId5"/>
    <p:sldId id="269" r:id="rId6"/>
    <p:sldId id="268" r:id="rId7"/>
    <p:sldId id="259" r:id="rId8"/>
    <p:sldId id="260" r:id="rId9"/>
    <p:sldId id="261" r:id="rId10"/>
    <p:sldId id="270" r:id="rId11"/>
    <p:sldId id="263" r:id="rId12"/>
    <p:sldId id="273" r:id="rId13"/>
    <p:sldId id="274" r:id="rId14"/>
    <p:sldId id="275" r:id="rId15"/>
    <p:sldId id="276" r:id="rId16"/>
    <p:sldId id="277" r:id="rId17"/>
    <p:sldId id="278" r:id="rId18"/>
    <p:sldId id="266" r:id="rId19"/>
    <p:sldId id="272" r:id="rId2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1BA576-D648-4D29-989E-DC72EC47BA3D}" v="11" dt="2025-04-22T03:57:37.6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63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kshitha Reddy" userId="0e6e63e44c4d4575" providerId="LiveId" clId="{A61BA576-D648-4D29-989E-DC72EC47BA3D}"/>
    <pc:docChg chg="custSel addSld modSld delMainMaster">
      <pc:chgData name="Deekshitha Reddy" userId="0e6e63e44c4d4575" providerId="LiveId" clId="{A61BA576-D648-4D29-989E-DC72EC47BA3D}" dt="2025-04-22T05:19:04.639" v="309" actId="20577"/>
      <pc:docMkLst>
        <pc:docMk/>
      </pc:docMkLst>
      <pc:sldChg chg="modSp mod">
        <pc:chgData name="Deekshitha Reddy" userId="0e6e63e44c4d4575" providerId="LiveId" clId="{A61BA576-D648-4D29-989E-DC72EC47BA3D}" dt="2025-04-22T05:19:04.639" v="309" actId="20577"/>
        <pc:sldMkLst>
          <pc:docMk/>
          <pc:sldMk cId="0" sldId="261"/>
        </pc:sldMkLst>
        <pc:spChg chg="mod">
          <ac:chgData name="Deekshitha Reddy" userId="0e6e63e44c4d4575" providerId="LiveId" clId="{A61BA576-D648-4D29-989E-DC72EC47BA3D}" dt="2025-04-22T05:19:04.639" v="309" actId="20577"/>
          <ac:spMkLst>
            <pc:docMk/>
            <pc:sldMk cId="0" sldId="261"/>
            <ac:spMk id="213" creationId="{00000000-0000-0000-0000-000000000000}"/>
          </ac:spMkLst>
        </pc:spChg>
      </pc:sldChg>
      <pc:sldChg chg="addSp delSp modSp mod">
        <pc:chgData name="Deekshitha Reddy" userId="0e6e63e44c4d4575" providerId="LiveId" clId="{A61BA576-D648-4D29-989E-DC72EC47BA3D}" dt="2025-04-22T03:16:15.737" v="91" actId="14100"/>
        <pc:sldMkLst>
          <pc:docMk/>
          <pc:sldMk cId="4043709168" sldId="273"/>
        </pc:sldMkLst>
        <pc:spChg chg="mod">
          <ac:chgData name="Deekshitha Reddy" userId="0e6e63e44c4d4575" providerId="LiveId" clId="{A61BA576-D648-4D29-989E-DC72EC47BA3D}" dt="2025-04-22T03:13:46.174" v="10"/>
          <ac:spMkLst>
            <pc:docMk/>
            <pc:sldMk cId="4043709168" sldId="273"/>
            <ac:spMk id="5" creationId="{F4E13A7A-071E-E627-A329-B0F331AEA288}"/>
          </ac:spMkLst>
        </pc:spChg>
        <pc:spChg chg="add del mod">
          <ac:chgData name="Deekshitha Reddy" userId="0e6e63e44c4d4575" providerId="LiveId" clId="{A61BA576-D648-4D29-989E-DC72EC47BA3D}" dt="2025-04-22T03:16:03.496" v="89"/>
          <ac:spMkLst>
            <pc:docMk/>
            <pc:sldMk cId="4043709168" sldId="273"/>
            <ac:spMk id="12" creationId="{EC6C3BF4-D5E5-DD36-5B36-1B4F7B034518}"/>
          </ac:spMkLst>
        </pc:spChg>
        <pc:picChg chg="add mod">
          <ac:chgData name="Deekshitha Reddy" userId="0e6e63e44c4d4575" providerId="LiveId" clId="{A61BA576-D648-4D29-989E-DC72EC47BA3D}" dt="2025-04-22T03:16:15.737" v="91" actId="14100"/>
          <ac:picMkLst>
            <pc:docMk/>
            <pc:sldMk cId="4043709168" sldId="273"/>
            <ac:picMk id="10" creationId="{5DF9C0A5-8EEA-68F7-6437-280C0E9F6064}"/>
          </ac:picMkLst>
        </pc:picChg>
        <pc:picChg chg="add del mod">
          <ac:chgData name="Deekshitha Reddy" userId="0e6e63e44c4d4575" providerId="LiveId" clId="{A61BA576-D648-4D29-989E-DC72EC47BA3D}" dt="2025-04-22T03:15:51.819" v="85" actId="478"/>
          <ac:picMkLst>
            <pc:docMk/>
            <pc:sldMk cId="4043709168" sldId="273"/>
            <ac:picMk id="14" creationId="{19E1EC51-714E-8C4C-6C17-E8604961D437}"/>
          </ac:picMkLst>
        </pc:picChg>
        <pc:cxnChg chg="del">
          <ac:chgData name="Deekshitha Reddy" userId="0e6e63e44c4d4575" providerId="LiveId" clId="{A61BA576-D648-4D29-989E-DC72EC47BA3D}" dt="2025-04-22T03:16:03.496" v="87" actId="478"/>
          <ac:cxnSpMkLst>
            <pc:docMk/>
            <pc:sldMk cId="4043709168" sldId="273"/>
            <ac:cxnSpMk id="4" creationId="{C71C2AFE-6262-7A62-D1C9-8FBE970B60B1}"/>
          </ac:cxnSpMkLst>
        </pc:cxnChg>
      </pc:sldChg>
      <pc:sldChg chg="addSp modSp new mod">
        <pc:chgData name="Deekshitha Reddy" userId="0e6e63e44c4d4575" providerId="LiveId" clId="{A61BA576-D648-4D29-989E-DC72EC47BA3D}" dt="2025-04-22T03:40:47" v="135" actId="14100"/>
        <pc:sldMkLst>
          <pc:docMk/>
          <pc:sldMk cId="3573820597" sldId="274"/>
        </pc:sldMkLst>
        <pc:spChg chg="add mod">
          <ac:chgData name="Deekshitha Reddy" userId="0e6e63e44c4d4575" providerId="LiveId" clId="{A61BA576-D648-4D29-989E-DC72EC47BA3D}" dt="2025-04-22T03:39:47.584" v="96" actId="1076"/>
          <ac:spMkLst>
            <pc:docMk/>
            <pc:sldMk cId="3573820597" sldId="274"/>
            <ac:spMk id="3" creationId="{BAF77CEC-A8CF-AB9F-7C23-0ECD3EBC9468}"/>
          </ac:spMkLst>
        </pc:spChg>
        <pc:spChg chg="add mod">
          <ac:chgData name="Deekshitha Reddy" userId="0e6e63e44c4d4575" providerId="LiveId" clId="{A61BA576-D648-4D29-989E-DC72EC47BA3D}" dt="2025-04-22T03:40:25.630" v="131" actId="1076"/>
          <ac:spMkLst>
            <pc:docMk/>
            <pc:sldMk cId="3573820597" sldId="274"/>
            <ac:spMk id="4" creationId="{94B762A6-4F7C-4B54-9190-0612DE60862A}"/>
          </ac:spMkLst>
        </pc:spChg>
        <pc:picChg chg="add mod">
          <ac:chgData name="Deekshitha Reddy" userId="0e6e63e44c4d4575" providerId="LiveId" clId="{A61BA576-D648-4D29-989E-DC72EC47BA3D}" dt="2025-04-22T03:40:47" v="135" actId="14100"/>
          <ac:picMkLst>
            <pc:docMk/>
            <pc:sldMk cId="3573820597" sldId="274"/>
            <ac:picMk id="6" creationId="{C73E36B5-65C9-A8B9-BBF6-9A0B1571B887}"/>
          </ac:picMkLst>
        </pc:picChg>
      </pc:sldChg>
      <pc:sldChg chg="addSp modSp new mod">
        <pc:chgData name="Deekshitha Reddy" userId="0e6e63e44c4d4575" providerId="LiveId" clId="{A61BA576-D648-4D29-989E-DC72EC47BA3D}" dt="2025-04-22T03:46:43.822" v="188" actId="1076"/>
        <pc:sldMkLst>
          <pc:docMk/>
          <pc:sldMk cId="2549359698" sldId="275"/>
        </pc:sldMkLst>
        <pc:spChg chg="add mod">
          <ac:chgData name="Deekshitha Reddy" userId="0e6e63e44c4d4575" providerId="LiveId" clId="{A61BA576-D648-4D29-989E-DC72EC47BA3D}" dt="2025-04-22T03:44:56.775" v="172" actId="20577"/>
          <ac:spMkLst>
            <pc:docMk/>
            <pc:sldMk cId="2549359698" sldId="275"/>
            <ac:spMk id="4" creationId="{1C6F1E52-36C3-7D24-80FC-53E007065F6F}"/>
          </ac:spMkLst>
        </pc:spChg>
        <pc:spChg chg="add mod">
          <ac:chgData name="Deekshitha Reddy" userId="0e6e63e44c4d4575" providerId="LiveId" clId="{A61BA576-D648-4D29-989E-DC72EC47BA3D}" dt="2025-04-22T03:46:43.822" v="188" actId="1076"/>
          <ac:spMkLst>
            <pc:docMk/>
            <pc:sldMk cId="2549359698" sldId="275"/>
            <ac:spMk id="8" creationId="{1A5583DA-3BD2-8E27-B07A-54E4D9C36116}"/>
          </ac:spMkLst>
        </pc:spChg>
        <pc:picChg chg="add mod">
          <ac:chgData name="Deekshitha Reddy" userId="0e6e63e44c4d4575" providerId="LiveId" clId="{A61BA576-D648-4D29-989E-DC72EC47BA3D}" dt="2025-04-22T03:45:56.675" v="181" actId="1076"/>
          <ac:picMkLst>
            <pc:docMk/>
            <pc:sldMk cId="2549359698" sldId="275"/>
            <ac:picMk id="3" creationId="{4D0D3B4A-9A6B-7B27-21DB-6EB7FD6184C5}"/>
          </ac:picMkLst>
        </pc:picChg>
        <pc:picChg chg="add mod">
          <ac:chgData name="Deekshitha Reddy" userId="0e6e63e44c4d4575" providerId="LiveId" clId="{A61BA576-D648-4D29-989E-DC72EC47BA3D}" dt="2025-04-22T03:46:14.265" v="185" actId="14100"/>
          <ac:picMkLst>
            <pc:docMk/>
            <pc:sldMk cId="2549359698" sldId="275"/>
            <ac:picMk id="6" creationId="{B1FFA696-207B-4BEB-8231-E9C6605023C3}"/>
          </ac:picMkLst>
        </pc:picChg>
      </pc:sldChg>
      <pc:sldChg chg="addSp modSp new mod modNotesTx">
        <pc:chgData name="Deekshitha Reddy" userId="0e6e63e44c4d4575" providerId="LiveId" clId="{A61BA576-D648-4D29-989E-DC72EC47BA3D}" dt="2025-04-22T03:48:52.401" v="221" actId="14100"/>
        <pc:sldMkLst>
          <pc:docMk/>
          <pc:sldMk cId="626092770" sldId="276"/>
        </pc:sldMkLst>
        <pc:spChg chg="add mod">
          <ac:chgData name="Deekshitha Reddy" userId="0e6e63e44c4d4575" providerId="LiveId" clId="{A61BA576-D648-4D29-989E-DC72EC47BA3D}" dt="2025-04-22T03:47:27.197" v="193" actId="1076"/>
          <ac:spMkLst>
            <pc:docMk/>
            <pc:sldMk cId="626092770" sldId="276"/>
            <ac:spMk id="3" creationId="{407837B4-7585-090E-D5C0-87647BEE481A}"/>
          </ac:spMkLst>
        </pc:spChg>
        <pc:spChg chg="add mod">
          <ac:chgData name="Deekshitha Reddy" userId="0e6e63e44c4d4575" providerId="LiveId" clId="{A61BA576-D648-4D29-989E-DC72EC47BA3D}" dt="2025-04-22T03:48:02.047" v="216" actId="1076"/>
          <ac:spMkLst>
            <pc:docMk/>
            <pc:sldMk cId="626092770" sldId="276"/>
            <ac:spMk id="4" creationId="{16688D31-5D80-0136-6E8F-9D64F5956450}"/>
          </ac:spMkLst>
        </pc:spChg>
        <pc:picChg chg="add mod">
          <ac:chgData name="Deekshitha Reddy" userId="0e6e63e44c4d4575" providerId="LiveId" clId="{A61BA576-D648-4D29-989E-DC72EC47BA3D}" dt="2025-04-22T03:48:52.401" v="221" actId="14100"/>
          <ac:picMkLst>
            <pc:docMk/>
            <pc:sldMk cId="626092770" sldId="276"/>
            <ac:picMk id="6" creationId="{8803969D-3286-26DD-114B-511ACF30CDF8}"/>
          </ac:picMkLst>
        </pc:picChg>
      </pc:sldChg>
      <pc:sldChg chg="addSp modSp new mod">
        <pc:chgData name="Deekshitha Reddy" userId="0e6e63e44c4d4575" providerId="LiveId" clId="{A61BA576-D648-4D29-989E-DC72EC47BA3D}" dt="2025-04-22T03:52:37.874" v="278" actId="14100"/>
        <pc:sldMkLst>
          <pc:docMk/>
          <pc:sldMk cId="4160642621" sldId="277"/>
        </pc:sldMkLst>
        <pc:spChg chg="add mod">
          <ac:chgData name="Deekshitha Reddy" userId="0e6e63e44c4d4575" providerId="LiveId" clId="{A61BA576-D648-4D29-989E-DC72EC47BA3D}" dt="2025-04-22T03:49:24.276" v="225" actId="1076"/>
          <ac:spMkLst>
            <pc:docMk/>
            <pc:sldMk cId="4160642621" sldId="277"/>
            <ac:spMk id="3" creationId="{1E3381D2-E3F1-7717-BE9F-1FC80BECE030}"/>
          </ac:spMkLst>
        </pc:spChg>
        <pc:spChg chg="add mod">
          <ac:chgData name="Deekshitha Reddy" userId="0e6e63e44c4d4575" providerId="LiveId" clId="{A61BA576-D648-4D29-989E-DC72EC47BA3D}" dt="2025-04-22T03:49:53.036" v="247" actId="1076"/>
          <ac:spMkLst>
            <pc:docMk/>
            <pc:sldMk cId="4160642621" sldId="277"/>
            <ac:spMk id="4" creationId="{F68D82D7-ACFE-2C17-CF80-357A9120D411}"/>
          </ac:spMkLst>
        </pc:spChg>
        <pc:spChg chg="add mod">
          <ac:chgData name="Deekshitha Reddy" userId="0e6e63e44c4d4575" providerId="LiveId" clId="{A61BA576-D648-4D29-989E-DC72EC47BA3D}" dt="2025-04-22T03:51:35.816" v="270" actId="1076"/>
          <ac:spMkLst>
            <pc:docMk/>
            <pc:sldMk cId="4160642621" sldId="277"/>
            <ac:spMk id="7" creationId="{5B5D8076-36B7-6DDF-DBD5-91A78C079300}"/>
          </ac:spMkLst>
        </pc:spChg>
        <pc:picChg chg="add mod">
          <ac:chgData name="Deekshitha Reddy" userId="0e6e63e44c4d4575" providerId="LiveId" clId="{A61BA576-D648-4D29-989E-DC72EC47BA3D}" dt="2025-04-22T03:51:10.957" v="254" actId="1076"/>
          <ac:picMkLst>
            <pc:docMk/>
            <pc:sldMk cId="4160642621" sldId="277"/>
            <ac:picMk id="6" creationId="{EC286C64-D6A0-A1C6-D5F0-D3B99C309D11}"/>
          </ac:picMkLst>
        </pc:picChg>
        <pc:picChg chg="add mod">
          <ac:chgData name="Deekshitha Reddy" userId="0e6e63e44c4d4575" providerId="LiveId" clId="{A61BA576-D648-4D29-989E-DC72EC47BA3D}" dt="2025-04-22T03:52:37.874" v="278" actId="14100"/>
          <ac:picMkLst>
            <pc:docMk/>
            <pc:sldMk cId="4160642621" sldId="277"/>
            <ac:picMk id="9" creationId="{3A5B7237-D535-DCD2-6BFB-411838724D9C}"/>
          </ac:picMkLst>
        </pc:picChg>
      </pc:sldChg>
      <pc:sldChg chg="addSp modSp new mod">
        <pc:chgData name="Deekshitha Reddy" userId="0e6e63e44c4d4575" providerId="LiveId" clId="{A61BA576-D648-4D29-989E-DC72EC47BA3D}" dt="2025-04-22T03:59:48.941" v="308" actId="1076"/>
        <pc:sldMkLst>
          <pc:docMk/>
          <pc:sldMk cId="3821984241" sldId="278"/>
        </pc:sldMkLst>
        <pc:spChg chg="add mod">
          <ac:chgData name="Deekshitha Reddy" userId="0e6e63e44c4d4575" providerId="LiveId" clId="{A61BA576-D648-4D29-989E-DC72EC47BA3D}" dt="2025-04-22T03:53:10.048" v="296" actId="1076"/>
          <ac:spMkLst>
            <pc:docMk/>
            <pc:sldMk cId="3821984241" sldId="278"/>
            <ac:spMk id="2" creationId="{0B018228-60A6-E04C-4C42-70B8CB22AECB}"/>
          </ac:spMkLst>
        </pc:spChg>
        <pc:spChg chg="add mod">
          <ac:chgData name="Deekshitha Reddy" userId="0e6e63e44c4d4575" providerId="LiveId" clId="{A61BA576-D648-4D29-989E-DC72EC47BA3D}" dt="2025-04-22T03:53:33.474" v="300" actId="1076"/>
          <ac:spMkLst>
            <pc:docMk/>
            <pc:sldMk cId="3821984241" sldId="278"/>
            <ac:spMk id="4" creationId="{DC30CD8D-B5E4-BDA4-1A0E-A65B8F6B8252}"/>
          </ac:spMkLst>
        </pc:spChg>
        <pc:picChg chg="add mod">
          <ac:chgData name="Deekshitha Reddy" userId="0e6e63e44c4d4575" providerId="LiveId" clId="{A61BA576-D648-4D29-989E-DC72EC47BA3D}" dt="2025-04-22T03:59:48.941" v="308" actId="1076"/>
          <ac:picMkLst>
            <pc:docMk/>
            <pc:sldMk cId="3821984241" sldId="278"/>
            <ac:picMk id="6" creationId="{59A54E88-CCC8-B990-E660-D9BB9344AD60}"/>
          </ac:picMkLst>
        </pc:picChg>
        <pc:picChg chg="add mod">
          <ac:chgData name="Deekshitha Reddy" userId="0e6e63e44c4d4575" providerId="LiveId" clId="{A61BA576-D648-4D29-989E-DC72EC47BA3D}" dt="2025-04-22T03:57:43.549" v="304" actId="1076"/>
          <ac:picMkLst>
            <pc:docMk/>
            <pc:sldMk cId="3821984241" sldId="278"/>
            <ac:picMk id="8" creationId="{5DC2AA43-2567-5057-126B-6956DEE3DAB8}"/>
          </ac:picMkLst>
        </pc:picChg>
        <pc:picChg chg="add mod">
          <ac:chgData name="Deekshitha Reddy" userId="0e6e63e44c4d4575" providerId="LiveId" clId="{A61BA576-D648-4D29-989E-DC72EC47BA3D}" dt="2025-04-22T03:59:45.097" v="307" actId="1076"/>
          <ac:picMkLst>
            <pc:docMk/>
            <pc:sldMk cId="3821984241" sldId="278"/>
            <ac:picMk id="10" creationId="{2482FE95-1A99-5FC0-30AE-8073356481F0}"/>
          </ac:picMkLst>
        </pc:picChg>
      </pc:sldChg>
      <pc:sldMasterChg chg="del delSldLayout">
        <pc:chgData name="Deekshitha Reddy" userId="0e6e63e44c4d4575" providerId="LiveId" clId="{A61BA576-D648-4D29-989E-DC72EC47BA3D}" dt="2025-04-22T03:09:20.590" v="3"/>
        <pc:sldMasterMkLst>
          <pc:docMk/>
          <pc:sldMasterMk cId="0" sldId="2147483652"/>
        </pc:sldMasterMkLst>
        <pc:sldLayoutChg chg="del">
          <pc:chgData name="Deekshitha Reddy" userId="0e6e63e44c4d4575" providerId="LiveId" clId="{A61BA576-D648-4D29-989E-DC72EC47BA3D}" dt="2025-04-22T03:09:20.590" v="3"/>
          <pc:sldLayoutMkLst>
            <pc:docMk/>
            <pc:sldMasterMk cId="0" sldId="2147483652"/>
            <pc:sldLayoutMk cId="0" sldId="2147483653"/>
          </pc:sldLayoutMkLst>
        </pc:sldLayoutChg>
      </pc:sldMasterChg>
      <pc:sldMasterChg chg="del delSldLayout">
        <pc:chgData name="Deekshitha Reddy" userId="0e6e63e44c4d4575" providerId="LiveId" clId="{A61BA576-D648-4D29-989E-DC72EC47BA3D}" dt="2025-04-22T03:09:20.590" v="3"/>
        <pc:sldMasterMkLst>
          <pc:docMk/>
          <pc:sldMasterMk cId="0" sldId="2147483656"/>
        </pc:sldMasterMkLst>
        <pc:sldLayoutChg chg="del">
          <pc:chgData name="Deekshitha Reddy" userId="0e6e63e44c4d4575" providerId="LiveId" clId="{A61BA576-D648-4D29-989E-DC72EC47BA3D}" dt="2025-04-22T03:09:20.590" v="3"/>
          <pc:sldLayoutMkLst>
            <pc:docMk/>
            <pc:sldMasterMk cId="0" sldId="2147483656"/>
            <pc:sldLayoutMk cId="0" sldId="2147483657"/>
          </pc:sldLayoutMkLst>
        </pc:sldLayoutChg>
      </pc:sldMasterChg>
      <pc:sldMasterChg chg="del delSldLayout">
        <pc:chgData name="Deekshitha Reddy" userId="0e6e63e44c4d4575" providerId="LiveId" clId="{A61BA576-D648-4D29-989E-DC72EC47BA3D}" dt="2025-04-22T03:09:20.590" v="3"/>
        <pc:sldMasterMkLst>
          <pc:docMk/>
          <pc:sldMasterMk cId="0" sldId="2147483660"/>
        </pc:sldMasterMkLst>
        <pc:sldLayoutChg chg="del">
          <pc:chgData name="Deekshitha Reddy" userId="0e6e63e44c4d4575" providerId="LiveId" clId="{A61BA576-D648-4D29-989E-DC72EC47BA3D}" dt="2025-04-22T03:09:20.590" v="3"/>
          <pc:sldLayoutMkLst>
            <pc:docMk/>
            <pc:sldMasterMk cId="0" sldId="2147483660"/>
            <pc:sldLayoutMk cId="0" sldId="2147483661"/>
          </pc:sldLayoutMkLst>
        </pc:sldLayoutChg>
      </pc:sldMasterChg>
      <pc:sldMasterChg chg="del delSldLayout">
        <pc:chgData name="Deekshitha Reddy" userId="0e6e63e44c4d4575" providerId="LiveId" clId="{A61BA576-D648-4D29-989E-DC72EC47BA3D}" dt="2025-04-22T03:09:20.590" v="3"/>
        <pc:sldMasterMkLst>
          <pc:docMk/>
          <pc:sldMasterMk cId="0" sldId="2147483662"/>
        </pc:sldMasterMkLst>
        <pc:sldLayoutChg chg="del">
          <pc:chgData name="Deekshitha Reddy" userId="0e6e63e44c4d4575" providerId="LiveId" clId="{A61BA576-D648-4D29-989E-DC72EC47BA3D}" dt="2025-04-22T03:09:20.590" v="3"/>
          <pc:sldLayoutMkLst>
            <pc:docMk/>
            <pc:sldMasterMk cId="0" sldId="2147483662"/>
            <pc:sldLayoutMk cId="0" sldId="2147483663"/>
          </pc:sldLayoutMkLst>
        </pc:sldLayoutChg>
      </pc:sldMasterChg>
      <pc:sldMasterChg chg="del delSldLayout">
        <pc:chgData name="Deekshitha Reddy" userId="0e6e63e44c4d4575" providerId="LiveId" clId="{A61BA576-D648-4D29-989E-DC72EC47BA3D}" dt="2025-04-22T03:09:20.590" v="3"/>
        <pc:sldMasterMkLst>
          <pc:docMk/>
          <pc:sldMasterMk cId="0" sldId="2147483664"/>
        </pc:sldMasterMkLst>
        <pc:sldLayoutChg chg="del">
          <pc:chgData name="Deekshitha Reddy" userId="0e6e63e44c4d4575" providerId="LiveId" clId="{A61BA576-D648-4D29-989E-DC72EC47BA3D}" dt="2025-04-22T03:09:20.590" v="3"/>
          <pc:sldLayoutMkLst>
            <pc:docMk/>
            <pc:sldMasterMk cId="0" sldId="2147483664"/>
            <pc:sldLayoutMk cId="0" sldId="2147483665"/>
          </pc:sldLayoutMkLst>
        </pc:sldLayoutChg>
      </pc:sldMasterChg>
      <pc:sldMasterChg chg="del delSldLayout">
        <pc:chgData name="Deekshitha Reddy" userId="0e6e63e44c4d4575" providerId="LiveId" clId="{A61BA576-D648-4D29-989E-DC72EC47BA3D}" dt="2025-04-22T03:09:20.590" v="3"/>
        <pc:sldMasterMkLst>
          <pc:docMk/>
          <pc:sldMasterMk cId="0" sldId="2147483666"/>
        </pc:sldMasterMkLst>
        <pc:sldLayoutChg chg="del">
          <pc:chgData name="Deekshitha Reddy" userId="0e6e63e44c4d4575" providerId="LiveId" clId="{A61BA576-D648-4D29-989E-DC72EC47BA3D}" dt="2025-04-22T03:09:20.590" v="3"/>
          <pc:sldLayoutMkLst>
            <pc:docMk/>
            <pc:sldMasterMk cId="0" sldId="2147483666"/>
            <pc:sldLayoutMk cId="0" sldId="2147483667"/>
          </pc:sldLayoutMkLst>
        </pc:sldLayoutChg>
      </pc:sldMasterChg>
      <pc:sldMasterChg chg="del delSldLayout">
        <pc:chgData name="Deekshitha Reddy" userId="0e6e63e44c4d4575" providerId="LiveId" clId="{A61BA576-D648-4D29-989E-DC72EC47BA3D}" dt="2025-04-22T03:09:20.590" v="3"/>
        <pc:sldMasterMkLst>
          <pc:docMk/>
          <pc:sldMasterMk cId="0" sldId="2147483668"/>
        </pc:sldMasterMkLst>
        <pc:sldLayoutChg chg="del">
          <pc:chgData name="Deekshitha Reddy" userId="0e6e63e44c4d4575" providerId="LiveId" clId="{A61BA576-D648-4D29-989E-DC72EC47BA3D}" dt="2025-04-22T03:09:20.590" v="3"/>
          <pc:sldLayoutMkLst>
            <pc:docMk/>
            <pc:sldMasterMk cId="0" sldId="2147483668"/>
            <pc:sldLayoutMk cId="0" sldId="2147483669"/>
          </pc:sldLayoutMkLst>
        </pc:sldLayoutChg>
      </pc:sldMasterChg>
      <pc:sldMasterChg chg="del delSldLayout">
        <pc:chgData name="Deekshitha Reddy" userId="0e6e63e44c4d4575" providerId="LiveId" clId="{A61BA576-D648-4D29-989E-DC72EC47BA3D}" dt="2025-04-22T03:09:20.590" v="3"/>
        <pc:sldMasterMkLst>
          <pc:docMk/>
          <pc:sldMasterMk cId="0" sldId="2147483672"/>
        </pc:sldMasterMkLst>
        <pc:sldLayoutChg chg="del">
          <pc:chgData name="Deekshitha Reddy" userId="0e6e63e44c4d4575" providerId="LiveId" clId="{A61BA576-D648-4D29-989E-DC72EC47BA3D}" dt="2025-04-22T03:09:20.590" v="3"/>
          <pc:sldLayoutMkLst>
            <pc:docMk/>
            <pc:sldMasterMk cId="0" sldId="2147483672"/>
            <pc:sldLayoutMk cId="0" sldId="2147483673"/>
          </pc:sldLayoutMkLst>
        </pc:sldLayoutChg>
      </pc:sldMasterChg>
      <pc:sldMasterChg chg="del delSldLayout">
        <pc:chgData name="Deekshitha Reddy" userId="0e6e63e44c4d4575" providerId="LiveId" clId="{A61BA576-D648-4D29-989E-DC72EC47BA3D}" dt="2025-04-22T03:09:20.590" v="3"/>
        <pc:sldMasterMkLst>
          <pc:docMk/>
          <pc:sldMasterMk cId="0" sldId="2147483674"/>
        </pc:sldMasterMkLst>
        <pc:sldLayoutChg chg="del">
          <pc:chgData name="Deekshitha Reddy" userId="0e6e63e44c4d4575" providerId="LiveId" clId="{A61BA576-D648-4D29-989E-DC72EC47BA3D}" dt="2025-04-22T03:09:20.590" v="3"/>
          <pc:sldLayoutMkLst>
            <pc:docMk/>
            <pc:sldMasterMk cId="0" sldId="2147483674"/>
            <pc:sldLayoutMk cId="0" sldId="2147483675"/>
          </pc:sldLayoutMkLst>
        </pc:sldLayoutChg>
      </pc:sldMasterChg>
      <pc:sldMasterChg chg="del delSldLayout">
        <pc:chgData name="Deekshitha Reddy" userId="0e6e63e44c4d4575" providerId="LiveId" clId="{A61BA576-D648-4D29-989E-DC72EC47BA3D}" dt="2025-04-22T03:09:20.590" v="3"/>
        <pc:sldMasterMkLst>
          <pc:docMk/>
          <pc:sldMasterMk cId="0" sldId="2147483678"/>
        </pc:sldMasterMkLst>
        <pc:sldLayoutChg chg="del">
          <pc:chgData name="Deekshitha Reddy" userId="0e6e63e44c4d4575" providerId="LiveId" clId="{A61BA576-D648-4D29-989E-DC72EC47BA3D}" dt="2025-04-22T03:09:20.590" v="3"/>
          <pc:sldLayoutMkLst>
            <pc:docMk/>
            <pc:sldMasterMk cId="0" sldId="2147483678"/>
            <pc:sldLayoutMk cId="0" sldId="2147483679"/>
          </pc:sldLayoutMkLst>
        </pc:sldLayoutChg>
      </pc:sldMasterChg>
      <pc:sldMasterChg chg="del delSldLayout">
        <pc:chgData name="Deekshitha Reddy" userId="0e6e63e44c4d4575" providerId="LiveId" clId="{A61BA576-D648-4D29-989E-DC72EC47BA3D}" dt="2025-04-22T03:09:20.590" v="3"/>
        <pc:sldMasterMkLst>
          <pc:docMk/>
          <pc:sldMasterMk cId="0" sldId="2147483680"/>
        </pc:sldMasterMkLst>
        <pc:sldLayoutChg chg="del">
          <pc:chgData name="Deekshitha Reddy" userId="0e6e63e44c4d4575" providerId="LiveId" clId="{A61BA576-D648-4D29-989E-DC72EC47BA3D}" dt="2025-04-22T03:09:20.590" v="3"/>
          <pc:sldLayoutMkLst>
            <pc:docMk/>
            <pc:sldMasterMk cId="0" sldId="2147483680"/>
            <pc:sldLayoutMk cId="0" sldId="2147483681"/>
          </pc:sldLayoutMkLst>
        </pc:sldLayoutChg>
      </pc:sldMasterChg>
      <pc:sldMasterChg chg="del delSldLayout">
        <pc:chgData name="Deekshitha Reddy" userId="0e6e63e44c4d4575" providerId="LiveId" clId="{A61BA576-D648-4D29-989E-DC72EC47BA3D}" dt="2025-04-22T03:09:20.590" v="3"/>
        <pc:sldMasterMkLst>
          <pc:docMk/>
          <pc:sldMasterMk cId="0" sldId="2147483684"/>
        </pc:sldMasterMkLst>
        <pc:sldLayoutChg chg="del">
          <pc:chgData name="Deekshitha Reddy" userId="0e6e63e44c4d4575" providerId="LiveId" clId="{A61BA576-D648-4D29-989E-DC72EC47BA3D}" dt="2025-04-22T03:09:20.590" v="3"/>
          <pc:sldLayoutMkLst>
            <pc:docMk/>
            <pc:sldMasterMk cId="0" sldId="2147483684"/>
            <pc:sldLayoutMk cId="0" sldId="2147483685"/>
          </pc:sldLayoutMkLst>
        </pc:sldLayoutChg>
      </pc:sldMasterChg>
      <pc:sldMasterChg chg="del delSldLayout">
        <pc:chgData name="Deekshitha Reddy" userId="0e6e63e44c4d4575" providerId="LiveId" clId="{A61BA576-D648-4D29-989E-DC72EC47BA3D}" dt="2025-04-22T03:09:20.590" v="3"/>
        <pc:sldMasterMkLst>
          <pc:docMk/>
          <pc:sldMasterMk cId="0" sldId="2147483686"/>
        </pc:sldMasterMkLst>
        <pc:sldLayoutChg chg="del">
          <pc:chgData name="Deekshitha Reddy" userId="0e6e63e44c4d4575" providerId="LiveId" clId="{A61BA576-D648-4D29-989E-DC72EC47BA3D}" dt="2025-04-22T03:09:20.590" v="3"/>
          <pc:sldLayoutMkLst>
            <pc:docMk/>
            <pc:sldMasterMk cId="0" sldId="2147483686"/>
            <pc:sldLayoutMk cId="0" sldId="2147483687"/>
          </pc:sldLayoutMkLst>
        </pc:sldLayoutChg>
      </pc:sldMasterChg>
      <pc:sldMasterChg chg="del delSldLayout">
        <pc:chgData name="Deekshitha Reddy" userId="0e6e63e44c4d4575" providerId="LiveId" clId="{A61BA576-D648-4D29-989E-DC72EC47BA3D}" dt="2025-04-22T03:09:20.590" v="3"/>
        <pc:sldMasterMkLst>
          <pc:docMk/>
          <pc:sldMasterMk cId="0" sldId="2147483688"/>
        </pc:sldMasterMkLst>
        <pc:sldLayoutChg chg="del">
          <pc:chgData name="Deekshitha Reddy" userId="0e6e63e44c4d4575" providerId="LiveId" clId="{A61BA576-D648-4D29-989E-DC72EC47BA3D}" dt="2025-04-22T03:09:20.590" v="3"/>
          <pc:sldLayoutMkLst>
            <pc:docMk/>
            <pc:sldMasterMk cId="0" sldId="2147483688"/>
            <pc:sldLayoutMk cId="0" sldId="2147483689"/>
          </pc:sldLayoutMkLst>
        </pc:sldLayoutChg>
      </pc:sldMasterChg>
      <pc:sldMasterChg chg="del delSldLayout">
        <pc:chgData name="Deekshitha Reddy" userId="0e6e63e44c4d4575" providerId="LiveId" clId="{A61BA576-D648-4D29-989E-DC72EC47BA3D}" dt="2025-04-22T03:09:20.590" v="3"/>
        <pc:sldMasterMkLst>
          <pc:docMk/>
          <pc:sldMasterMk cId="0" sldId="2147483690"/>
        </pc:sldMasterMkLst>
        <pc:sldLayoutChg chg="del">
          <pc:chgData name="Deekshitha Reddy" userId="0e6e63e44c4d4575" providerId="LiveId" clId="{A61BA576-D648-4D29-989E-DC72EC47BA3D}" dt="2025-04-22T03:09:20.590" v="3"/>
          <pc:sldLayoutMkLst>
            <pc:docMk/>
            <pc:sldMasterMk cId="0" sldId="2147483690"/>
            <pc:sldLayoutMk cId="0" sldId="2147483691"/>
          </pc:sldLayoutMkLst>
        </pc:sldLayoutChg>
      </pc:sldMasterChg>
      <pc:sldMasterChg chg="del delSldLayout">
        <pc:chgData name="Deekshitha Reddy" userId="0e6e63e44c4d4575" providerId="LiveId" clId="{A61BA576-D648-4D29-989E-DC72EC47BA3D}" dt="2025-04-22T03:09:20.590" v="3"/>
        <pc:sldMasterMkLst>
          <pc:docMk/>
          <pc:sldMasterMk cId="0" sldId="2147483692"/>
        </pc:sldMasterMkLst>
        <pc:sldLayoutChg chg="del">
          <pc:chgData name="Deekshitha Reddy" userId="0e6e63e44c4d4575" providerId="LiveId" clId="{A61BA576-D648-4D29-989E-DC72EC47BA3D}" dt="2025-04-22T03:09:20.590" v="3"/>
          <pc:sldLayoutMkLst>
            <pc:docMk/>
            <pc:sldMasterMk cId="0" sldId="2147483692"/>
            <pc:sldLayoutMk cId="0" sldId="2147483693"/>
          </pc:sldLayoutMkLst>
        </pc:sldLayoutChg>
      </pc:sldMasterChg>
      <pc:sldMasterChg chg="del delSldLayout">
        <pc:chgData name="Deekshitha Reddy" userId="0e6e63e44c4d4575" providerId="LiveId" clId="{A61BA576-D648-4D29-989E-DC72EC47BA3D}" dt="2025-04-22T03:09:20.590" v="3"/>
        <pc:sldMasterMkLst>
          <pc:docMk/>
          <pc:sldMasterMk cId="0" sldId="2147483694"/>
        </pc:sldMasterMkLst>
        <pc:sldLayoutChg chg="del">
          <pc:chgData name="Deekshitha Reddy" userId="0e6e63e44c4d4575" providerId="LiveId" clId="{A61BA576-D648-4D29-989E-DC72EC47BA3D}" dt="2025-04-22T03:09:20.590" v="3"/>
          <pc:sldLayoutMkLst>
            <pc:docMk/>
            <pc:sldMasterMk cId="0" sldId="2147483694"/>
            <pc:sldLayoutMk cId="0" sldId="2147483695"/>
          </pc:sldLayoutMkLst>
        </pc:sldLayoutChg>
      </pc:sldMasterChg>
      <pc:sldMasterChg chg="del delSldLayout">
        <pc:chgData name="Deekshitha Reddy" userId="0e6e63e44c4d4575" providerId="LiveId" clId="{A61BA576-D648-4D29-989E-DC72EC47BA3D}" dt="2025-04-22T03:09:20.590" v="3"/>
        <pc:sldMasterMkLst>
          <pc:docMk/>
          <pc:sldMasterMk cId="0" sldId="2147483696"/>
        </pc:sldMasterMkLst>
        <pc:sldLayoutChg chg="del">
          <pc:chgData name="Deekshitha Reddy" userId="0e6e63e44c4d4575" providerId="LiveId" clId="{A61BA576-D648-4D29-989E-DC72EC47BA3D}" dt="2025-04-22T03:09:20.590" v="3"/>
          <pc:sldLayoutMkLst>
            <pc:docMk/>
            <pc:sldMasterMk cId="0" sldId="2147483696"/>
            <pc:sldLayoutMk cId="0" sldId="2147483697"/>
          </pc:sldLayoutMkLst>
        </pc:sldLayoutChg>
      </pc:sldMasterChg>
      <pc:sldMasterChg chg="del delSldLayout">
        <pc:chgData name="Deekshitha Reddy" userId="0e6e63e44c4d4575" providerId="LiveId" clId="{A61BA576-D648-4D29-989E-DC72EC47BA3D}" dt="2025-04-22T03:09:20.590" v="3"/>
        <pc:sldMasterMkLst>
          <pc:docMk/>
          <pc:sldMasterMk cId="0" sldId="2147483698"/>
        </pc:sldMasterMkLst>
        <pc:sldLayoutChg chg="del">
          <pc:chgData name="Deekshitha Reddy" userId="0e6e63e44c4d4575" providerId="LiveId" clId="{A61BA576-D648-4D29-989E-DC72EC47BA3D}" dt="2025-04-22T03:09:20.590" v="3"/>
          <pc:sldLayoutMkLst>
            <pc:docMk/>
            <pc:sldMasterMk cId="0" sldId="2147483698"/>
            <pc:sldLayoutMk cId="0" sldId="214748369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E44EA6-CA3A-4683-9186-A91E3F41B025}" type="datetimeFigureOut">
              <a:rPr lang="en-IN" smtClean="0"/>
              <a:t>22-04-2025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B7704B-F433-4251-B68C-ED1EA4FAEC5E}" type="slidenum">
              <a:rPr lang="en-IN" smtClean="0"/>
              <a:t>‹#›</a:t>
            </a:fld>
            <a:endParaRPr lang="en-IN"/>
          </a:p>
        </p:txBody>
      </p:sp>
    </p:spTree>
    <p:extLst>
      <p:ext uri="{BB962C8B-B14F-4D97-AF65-F5344CB8AC3E}">
        <p14:creationId xmlns:p14="http://schemas.microsoft.com/office/powerpoint/2010/main" val="88559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B7704B-F433-4251-B68C-ED1EA4FAEC5E}" type="slidenum">
              <a:rPr lang="en-IN" smtClean="0"/>
              <a:t>11</a:t>
            </a:fld>
            <a:endParaRPr lang="en-IN"/>
          </a:p>
        </p:txBody>
      </p:sp>
    </p:spTree>
    <p:extLst>
      <p:ext uri="{BB962C8B-B14F-4D97-AF65-F5344CB8AC3E}">
        <p14:creationId xmlns:p14="http://schemas.microsoft.com/office/powerpoint/2010/main" val="1612247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fld id="{95446D6B-8FC6-4496-B123-F8A51F02D41E}" type="slidenum">
              <a:rPr lang="fr-FR" sz="1200" b="0" strike="noStrike" spc="-1" smtClean="0">
                <a:solidFill>
                  <a:schemeClr val="dk2"/>
                </a:solidFill>
                <a:latin typeface="Mulish"/>
                <a:ea typeface="Mulish"/>
              </a:rPr>
              <a:pPr/>
              <a:t>12</a:t>
            </a:fld>
            <a:endParaRPr lang="en-IN" dirty="0"/>
          </a:p>
        </p:txBody>
      </p:sp>
      <p:sp>
        <p:nvSpPr>
          <p:cNvPr id="4" name="Slide Number Placeholder 3"/>
          <p:cNvSpPr>
            <a:spLocks noGrp="1"/>
          </p:cNvSpPr>
          <p:nvPr>
            <p:ph type="sldNum" sz="quarter" idx="5"/>
          </p:nvPr>
        </p:nvSpPr>
        <p:spPr/>
        <p:txBody>
          <a:bodyPr/>
          <a:lstStyle/>
          <a:p>
            <a:fld id="{68B7704B-F433-4251-B68C-ED1EA4FAEC5E}" type="slidenum">
              <a:rPr lang="en-IN" smtClean="0"/>
              <a:t>12</a:t>
            </a:fld>
            <a:endParaRPr lang="en-IN"/>
          </a:p>
        </p:txBody>
      </p:sp>
    </p:spTree>
    <p:extLst>
      <p:ext uri="{BB962C8B-B14F-4D97-AF65-F5344CB8AC3E}">
        <p14:creationId xmlns:p14="http://schemas.microsoft.com/office/powerpoint/2010/main" val="34439530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B7704B-F433-4251-B68C-ED1EA4FAEC5E}" type="slidenum">
              <a:rPr lang="en-IN" smtClean="0"/>
              <a:t>14</a:t>
            </a:fld>
            <a:endParaRPr lang="en-IN"/>
          </a:p>
        </p:txBody>
      </p:sp>
    </p:spTree>
    <p:extLst>
      <p:ext uri="{BB962C8B-B14F-4D97-AF65-F5344CB8AC3E}">
        <p14:creationId xmlns:p14="http://schemas.microsoft.com/office/powerpoint/2010/main" val="1233832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3" name="PlaceHolder 1"/>
          <p:cNvSpPr>
            <a:spLocks noGrp="1"/>
          </p:cNvSpPr>
          <p:nvPr>
            <p:ph type="title"/>
          </p:nvPr>
        </p:nvSpPr>
        <p:spPr>
          <a:xfrm>
            <a:off x="2347920" y="540000"/>
            <a:ext cx="444780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4"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lstStyle/>
          <a:p>
            <a:fld id="{80C00564-DB7D-4CFB-8400-42472617EDC6}"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lstStyle/>
          <a:p>
            <a:fld id="{9F146ED1-EE43-4130-9F4F-06CC891E63E4}"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145" name="PlaceHolder 1"/>
          <p:cNvSpPr>
            <a:spLocks noGrp="1"/>
          </p:cNvSpPr>
          <p:nvPr>
            <p:ph type="title"/>
          </p:nvPr>
        </p:nvSpPr>
        <p:spPr>
          <a:xfrm>
            <a:off x="2347920" y="540000"/>
            <a:ext cx="444780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4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4" name="PlaceHolder 3"/>
          <p:cNvSpPr>
            <a:spLocks noGrp="1"/>
          </p:cNvSpPr>
          <p:nvPr>
            <p:ph type="sldNum" idx="16"/>
          </p:nvPr>
        </p:nvSpPr>
        <p:spPr/>
        <p:txBody>
          <a:bodyPr/>
          <a:lstStyle/>
          <a:p>
            <a:fld id="{001662C8-04ED-4E2F-9901-20A7003BD5C9}"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 name="Google Shape;10;p2"/>
          <p:cNvSpPr/>
          <p:nvPr/>
        </p:nvSpPr>
        <p:spPr>
          <a:xfrm>
            <a:off x="145800" y="149040"/>
            <a:ext cx="8851680" cy="484488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 name="PlaceHolder 1"/>
          <p:cNvSpPr>
            <a:spLocks noGrp="1"/>
          </p:cNvSpPr>
          <p:nvPr>
            <p:ph type="title"/>
          </p:nvPr>
        </p:nvSpPr>
        <p:spPr>
          <a:xfrm>
            <a:off x="1609200" y="1259280"/>
            <a:ext cx="5925240" cy="2079000"/>
          </a:xfrm>
          <a:prstGeom prst="rect">
            <a:avLst/>
          </a:prstGeom>
          <a:noFill/>
          <a:ln w="0">
            <a:noFill/>
          </a:ln>
        </p:spPr>
        <p:txBody>
          <a:bodyPr lIns="91440" tIns="91440" rIns="91440" bIns="91440" anchor="ctr">
            <a:noAutofit/>
          </a:bodyPr>
          <a:lstStyle/>
          <a:p>
            <a:pPr indent="0">
              <a:buNone/>
            </a:pPr>
            <a:r>
              <a:rPr lang="fr-FR" sz="7200" b="0" strike="noStrike" spc="-1">
                <a:solidFill>
                  <a:schemeClr val="dk1"/>
                </a:solidFill>
                <a:latin typeface="Arial"/>
              </a:rPr>
              <a:t>Click to edit the title text format</a:t>
            </a:r>
          </a:p>
        </p:txBody>
      </p:sp>
      <p:sp>
        <p:nvSpPr>
          <p:cNvPr id="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3" name="Google Shape;96;p13"/>
          <p:cNvSpPr/>
          <p:nvPr/>
        </p:nvSpPr>
        <p:spPr>
          <a:xfrm>
            <a:off x="145800" y="149040"/>
            <a:ext cx="8851680" cy="484488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15" name="PlaceHolder 2"/>
          <p:cNvSpPr>
            <a:spLocks noGrp="1"/>
          </p:cNvSpPr>
          <p:nvPr>
            <p:ph type="title"/>
          </p:nvPr>
        </p:nvSpPr>
        <p:spPr>
          <a:xfrm>
            <a:off x="713160" y="1141200"/>
            <a:ext cx="655920" cy="437760"/>
          </a:xfrm>
          <a:prstGeom prst="rect">
            <a:avLst/>
          </a:prstGeom>
          <a:noFill/>
          <a:ln w="0">
            <a:noFill/>
          </a:ln>
        </p:spPr>
        <p:txBody>
          <a:bodyPr lIns="91440" tIns="91440" rIns="91440" bIns="91440" anchor="ctr">
            <a:noAutofit/>
          </a:bodyPr>
          <a:lstStyle/>
          <a:p>
            <a:pPr indent="0">
              <a:lnSpc>
                <a:spcPct val="115000"/>
              </a:lnSpc>
              <a:buNone/>
            </a:pPr>
            <a:r>
              <a:rPr lang="fr-FR" sz="2800" b="1" strike="noStrike" spc="-1">
                <a:solidFill>
                  <a:schemeClr val="dk2"/>
                </a:solidFill>
                <a:latin typeface="Quicksand"/>
                <a:ea typeface="Quicksand"/>
              </a:rPr>
              <a:t>xx%</a:t>
            </a:r>
            <a:endParaRPr lang="fr-FR" sz="2800" b="0" strike="noStrike" spc="-1">
              <a:solidFill>
                <a:schemeClr val="dk1"/>
              </a:solidFill>
              <a:latin typeface="Arial"/>
            </a:endParaRPr>
          </a:p>
        </p:txBody>
      </p:sp>
      <p:sp>
        <p:nvSpPr>
          <p:cNvPr id="16" name="PlaceHolder 3"/>
          <p:cNvSpPr>
            <a:spLocks noGrp="1"/>
          </p:cNvSpPr>
          <p:nvPr>
            <p:ph type="title"/>
          </p:nvPr>
        </p:nvSpPr>
        <p:spPr>
          <a:xfrm>
            <a:off x="3359160" y="2994120"/>
            <a:ext cx="655920" cy="438480"/>
          </a:xfrm>
          <a:prstGeom prst="rect">
            <a:avLst/>
          </a:prstGeom>
          <a:noFill/>
          <a:ln w="0">
            <a:noFill/>
          </a:ln>
        </p:spPr>
        <p:txBody>
          <a:bodyPr lIns="91440" tIns="91440" rIns="91440" bIns="91440" anchor="ctr">
            <a:noAutofit/>
          </a:bodyPr>
          <a:lstStyle/>
          <a:p>
            <a:pPr indent="0">
              <a:lnSpc>
                <a:spcPct val="115000"/>
              </a:lnSpc>
              <a:buNone/>
            </a:pPr>
            <a:r>
              <a:rPr lang="fr-FR" sz="2800" b="1" strike="noStrike" spc="-1">
                <a:solidFill>
                  <a:schemeClr val="dk2"/>
                </a:solidFill>
                <a:latin typeface="Quicksand"/>
                <a:ea typeface="Quicksand"/>
              </a:rPr>
              <a:t>xx%</a:t>
            </a:r>
            <a:endParaRPr lang="fr-FR" sz="2800" b="0" strike="noStrike" spc="-1">
              <a:solidFill>
                <a:schemeClr val="dk1"/>
              </a:solidFill>
              <a:latin typeface="Arial"/>
            </a:endParaRPr>
          </a:p>
        </p:txBody>
      </p:sp>
      <p:sp>
        <p:nvSpPr>
          <p:cNvPr id="17" name="PlaceHolder 4"/>
          <p:cNvSpPr>
            <a:spLocks noGrp="1"/>
          </p:cNvSpPr>
          <p:nvPr>
            <p:ph type="title"/>
          </p:nvPr>
        </p:nvSpPr>
        <p:spPr>
          <a:xfrm>
            <a:off x="713160" y="2994120"/>
            <a:ext cx="655920" cy="438480"/>
          </a:xfrm>
          <a:prstGeom prst="rect">
            <a:avLst/>
          </a:prstGeom>
          <a:noFill/>
          <a:ln w="0">
            <a:noFill/>
          </a:ln>
        </p:spPr>
        <p:txBody>
          <a:bodyPr lIns="91440" tIns="91440" rIns="91440" bIns="91440" anchor="ctr">
            <a:noAutofit/>
          </a:bodyPr>
          <a:lstStyle/>
          <a:p>
            <a:pPr indent="0">
              <a:lnSpc>
                <a:spcPct val="115000"/>
              </a:lnSpc>
              <a:buNone/>
            </a:pPr>
            <a:r>
              <a:rPr lang="fr-FR" sz="2800" b="1" strike="noStrike" spc="-1">
                <a:solidFill>
                  <a:schemeClr val="dk2"/>
                </a:solidFill>
                <a:latin typeface="Quicksand"/>
                <a:ea typeface="Quicksand"/>
              </a:rPr>
              <a:t>xx%</a:t>
            </a:r>
            <a:endParaRPr lang="fr-FR" sz="2800" b="0" strike="noStrike" spc="-1">
              <a:solidFill>
                <a:schemeClr val="dk1"/>
              </a:solidFill>
              <a:latin typeface="Arial"/>
            </a:endParaRPr>
          </a:p>
        </p:txBody>
      </p:sp>
      <p:sp>
        <p:nvSpPr>
          <p:cNvPr id="18" name="PlaceHolder 5"/>
          <p:cNvSpPr>
            <a:spLocks noGrp="1"/>
          </p:cNvSpPr>
          <p:nvPr>
            <p:ph type="title"/>
          </p:nvPr>
        </p:nvSpPr>
        <p:spPr>
          <a:xfrm>
            <a:off x="3359160" y="1141920"/>
            <a:ext cx="655920" cy="437760"/>
          </a:xfrm>
          <a:prstGeom prst="rect">
            <a:avLst/>
          </a:prstGeom>
          <a:noFill/>
          <a:ln w="0">
            <a:noFill/>
          </a:ln>
        </p:spPr>
        <p:txBody>
          <a:bodyPr lIns="91440" tIns="91440" rIns="91440" bIns="91440" anchor="ctr">
            <a:noAutofit/>
          </a:bodyPr>
          <a:lstStyle/>
          <a:p>
            <a:pPr indent="0">
              <a:lnSpc>
                <a:spcPct val="115000"/>
              </a:lnSpc>
              <a:buNone/>
            </a:pPr>
            <a:r>
              <a:rPr lang="fr-FR" sz="2800" b="1" strike="noStrike" spc="-1">
                <a:solidFill>
                  <a:schemeClr val="dk2"/>
                </a:solidFill>
                <a:latin typeface="Quicksand"/>
                <a:ea typeface="Quicksand"/>
              </a:rPr>
              <a:t>xx%</a:t>
            </a:r>
            <a:endParaRPr lang="fr-FR" sz="2800" b="0" strike="noStrike" spc="-1">
              <a:solidFill>
                <a:schemeClr val="dk1"/>
              </a:solidFill>
              <a:latin typeface="Arial"/>
            </a:endParaRPr>
          </a:p>
        </p:txBody>
      </p:sp>
      <p:sp>
        <p:nvSpPr>
          <p:cNvPr id="19" name="PlaceHolder 6"/>
          <p:cNvSpPr>
            <a:spLocks noGrp="1"/>
          </p:cNvSpPr>
          <p:nvPr>
            <p:ph type="title"/>
          </p:nvPr>
        </p:nvSpPr>
        <p:spPr>
          <a:xfrm>
            <a:off x="5997600" y="2994120"/>
            <a:ext cx="655920" cy="438480"/>
          </a:xfrm>
          <a:prstGeom prst="rect">
            <a:avLst/>
          </a:prstGeom>
          <a:noFill/>
          <a:ln w="0">
            <a:noFill/>
          </a:ln>
        </p:spPr>
        <p:txBody>
          <a:bodyPr lIns="91440" tIns="91440" rIns="91440" bIns="91440" anchor="ctr">
            <a:noAutofit/>
          </a:bodyPr>
          <a:lstStyle/>
          <a:p>
            <a:pPr indent="0">
              <a:lnSpc>
                <a:spcPct val="115000"/>
              </a:lnSpc>
              <a:buNone/>
            </a:pPr>
            <a:r>
              <a:rPr lang="fr-FR" sz="2800" b="1" strike="noStrike" spc="-1">
                <a:solidFill>
                  <a:schemeClr val="dk2"/>
                </a:solidFill>
                <a:latin typeface="Quicksand"/>
                <a:ea typeface="Quicksand"/>
              </a:rPr>
              <a:t>xx%</a:t>
            </a:r>
            <a:endParaRPr lang="fr-FR" sz="2800" b="0" strike="noStrike" spc="-1">
              <a:solidFill>
                <a:schemeClr val="dk1"/>
              </a:solidFill>
              <a:latin typeface="Arial"/>
            </a:endParaRPr>
          </a:p>
        </p:txBody>
      </p:sp>
      <p:sp>
        <p:nvSpPr>
          <p:cNvPr id="20" name="PlaceHolder 7"/>
          <p:cNvSpPr>
            <a:spLocks noGrp="1"/>
          </p:cNvSpPr>
          <p:nvPr>
            <p:ph type="title"/>
          </p:nvPr>
        </p:nvSpPr>
        <p:spPr>
          <a:xfrm>
            <a:off x="5997600" y="1141920"/>
            <a:ext cx="655920" cy="437760"/>
          </a:xfrm>
          <a:prstGeom prst="rect">
            <a:avLst/>
          </a:prstGeom>
          <a:noFill/>
          <a:ln w="0">
            <a:noFill/>
          </a:ln>
        </p:spPr>
        <p:txBody>
          <a:bodyPr lIns="91440" tIns="91440" rIns="91440" bIns="91440" anchor="ctr">
            <a:noAutofit/>
          </a:bodyPr>
          <a:lstStyle/>
          <a:p>
            <a:pPr indent="0">
              <a:lnSpc>
                <a:spcPct val="115000"/>
              </a:lnSpc>
              <a:buNone/>
            </a:pPr>
            <a:r>
              <a:rPr lang="fr-FR" sz="2800" b="1" strike="noStrike" spc="-1">
                <a:solidFill>
                  <a:schemeClr val="dk2"/>
                </a:solidFill>
                <a:latin typeface="Quicksand"/>
                <a:ea typeface="Quicksand"/>
              </a:rPr>
              <a:t>xx%</a:t>
            </a:r>
            <a:endParaRPr lang="fr-FR" sz="2800" b="0" strike="noStrike" spc="-1">
              <a:solidFill>
                <a:schemeClr val="dk1"/>
              </a:solidFill>
              <a:latin typeface="Arial"/>
            </a:endParaRPr>
          </a:p>
        </p:txBody>
      </p:sp>
      <p:cxnSp>
        <p:nvCxnSpPr>
          <p:cNvPr id="21" name="Google Shape;116;p13"/>
          <p:cNvCxnSpPr/>
          <p:nvPr/>
        </p:nvCxnSpPr>
        <p:spPr>
          <a:xfrm>
            <a:off x="382320" y="339480"/>
            <a:ext cx="3803760" cy="360"/>
          </a:xfrm>
          <a:prstGeom prst="straightConnector1">
            <a:avLst/>
          </a:prstGeom>
          <a:ln w="19050">
            <a:solidFill>
              <a:srgbClr val="D8CEC9"/>
            </a:solidFill>
            <a:round/>
            <a:headEnd type="oval" w="med" len="med"/>
          </a:ln>
        </p:spPr>
      </p:cxnSp>
      <p:sp>
        <p:nvSpPr>
          <p:cNvPr id="22" name="Google Shape;117;p13"/>
          <p:cNvSpPr/>
          <p:nvPr/>
        </p:nvSpPr>
        <p:spPr>
          <a:xfrm>
            <a:off x="4452480" y="219960"/>
            <a:ext cx="239040" cy="239040"/>
          </a:xfrm>
          <a:prstGeom prst="star4">
            <a:avLst>
              <a:gd name="adj" fmla="val 15727"/>
            </a:avLst>
          </a:prstGeom>
          <a:noFill/>
          <a:ln w="19050">
            <a:solidFill>
              <a:srgbClr val="D8CEC9"/>
            </a:solidFill>
            <a:round/>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23" name="Google Shape;118;p13"/>
          <p:cNvCxnSpPr/>
          <p:nvPr/>
        </p:nvCxnSpPr>
        <p:spPr>
          <a:xfrm>
            <a:off x="4957920" y="339480"/>
            <a:ext cx="3803760" cy="360"/>
          </a:xfrm>
          <a:prstGeom prst="straightConnector1">
            <a:avLst/>
          </a:prstGeom>
          <a:ln w="19050">
            <a:solidFill>
              <a:srgbClr val="D8CEC9"/>
            </a:solidFill>
            <a:round/>
            <a:tailEnd type="oval" w="med" len="med"/>
          </a:ln>
        </p:spPr>
      </p:cxnSp>
      <p:cxnSp>
        <p:nvCxnSpPr>
          <p:cNvPr id="24" name="Google Shape;119;p13"/>
          <p:cNvCxnSpPr/>
          <p:nvPr/>
        </p:nvCxnSpPr>
        <p:spPr>
          <a:xfrm>
            <a:off x="382320" y="4798800"/>
            <a:ext cx="3803760" cy="360"/>
          </a:xfrm>
          <a:prstGeom prst="straightConnector1">
            <a:avLst/>
          </a:prstGeom>
          <a:ln w="19050">
            <a:solidFill>
              <a:srgbClr val="D8CEC9"/>
            </a:solidFill>
            <a:round/>
            <a:headEnd type="oval" w="med" len="med"/>
          </a:ln>
        </p:spPr>
      </p:cxnSp>
      <p:sp>
        <p:nvSpPr>
          <p:cNvPr id="25" name="PlaceHolder 8"/>
          <p:cNvSpPr>
            <a:spLocks noGrp="1"/>
          </p:cNvSpPr>
          <p:nvPr>
            <p:ph type="sldNum" idx="2"/>
          </p:nvPr>
        </p:nvSpPr>
        <p:spPr>
          <a:xfrm>
            <a:off x="4297680" y="4602960"/>
            <a:ext cx="548280" cy="33336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en" sz="1300" b="0" strike="noStrike" spc="-1">
                <a:solidFill>
                  <a:schemeClr val="dk2"/>
                </a:solidFill>
                <a:latin typeface="Mulish"/>
                <a:ea typeface="Mulish"/>
              </a:defRPr>
            </a:lvl1pPr>
          </a:lstStyle>
          <a:p>
            <a:pPr indent="0" algn="ctr" defTabSz="914400">
              <a:lnSpc>
                <a:spcPct val="100000"/>
              </a:lnSpc>
              <a:buNone/>
              <a:tabLst>
                <a:tab pos="0" algn="l"/>
              </a:tabLst>
            </a:pPr>
            <a:fld id="{78E84BC2-E64F-41D5-B147-923A820D82D3}" type="slidenum">
              <a:rPr lang="en" sz="1300" b="0" strike="noStrike" spc="-1">
                <a:solidFill>
                  <a:schemeClr val="dk2"/>
                </a:solidFill>
                <a:latin typeface="Mulish"/>
                <a:ea typeface="Mulish"/>
              </a:rPr>
              <a:t>‹#›</a:t>
            </a:fld>
            <a:endParaRPr lang="en-US" sz="1300" b="0" strike="noStrike" spc="-1">
              <a:solidFill>
                <a:srgbClr val="000000"/>
              </a:solidFill>
              <a:latin typeface="OpenSymbol"/>
            </a:endParaRPr>
          </a:p>
        </p:txBody>
      </p:sp>
      <p:cxnSp>
        <p:nvCxnSpPr>
          <p:cNvPr id="26" name="Google Shape;121;p13"/>
          <p:cNvCxnSpPr/>
          <p:nvPr/>
        </p:nvCxnSpPr>
        <p:spPr>
          <a:xfrm>
            <a:off x="4957920" y="4798800"/>
            <a:ext cx="3803760" cy="360"/>
          </a:xfrm>
          <a:prstGeom prst="straightConnector1">
            <a:avLst/>
          </a:prstGeom>
          <a:ln w="19050">
            <a:solidFill>
              <a:srgbClr val="D8CEC9"/>
            </a:solidFill>
            <a:round/>
            <a:tailEnd type="oval" w="med" len="med"/>
          </a:ln>
        </p:spPr>
      </p:cxn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5" name="Google Shape;133;p15"/>
          <p:cNvSpPr/>
          <p:nvPr/>
        </p:nvSpPr>
        <p:spPr>
          <a:xfrm>
            <a:off x="145800" y="149040"/>
            <a:ext cx="8851680" cy="484488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36" name="Google Shape;134;p15"/>
          <p:cNvCxnSpPr/>
          <p:nvPr/>
        </p:nvCxnSpPr>
        <p:spPr>
          <a:xfrm>
            <a:off x="382320" y="339480"/>
            <a:ext cx="3803760" cy="360"/>
          </a:xfrm>
          <a:prstGeom prst="straightConnector1">
            <a:avLst/>
          </a:prstGeom>
          <a:ln w="19050">
            <a:solidFill>
              <a:srgbClr val="D8CEC9"/>
            </a:solidFill>
            <a:round/>
            <a:headEnd type="oval" w="med" len="med"/>
          </a:ln>
        </p:spPr>
      </p:cxnSp>
      <p:sp>
        <p:nvSpPr>
          <p:cNvPr id="37" name="Google Shape;135;p15"/>
          <p:cNvSpPr/>
          <p:nvPr/>
        </p:nvSpPr>
        <p:spPr>
          <a:xfrm>
            <a:off x="4452480" y="219960"/>
            <a:ext cx="239040" cy="239040"/>
          </a:xfrm>
          <a:prstGeom prst="star4">
            <a:avLst>
              <a:gd name="adj" fmla="val 15727"/>
            </a:avLst>
          </a:prstGeom>
          <a:noFill/>
          <a:ln w="19050">
            <a:solidFill>
              <a:srgbClr val="D8CEC9"/>
            </a:solidFill>
            <a:round/>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38" name="Google Shape;136;p15"/>
          <p:cNvCxnSpPr/>
          <p:nvPr/>
        </p:nvCxnSpPr>
        <p:spPr>
          <a:xfrm>
            <a:off x="4957920" y="339480"/>
            <a:ext cx="3803760" cy="360"/>
          </a:xfrm>
          <a:prstGeom prst="straightConnector1">
            <a:avLst/>
          </a:prstGeom>
          <a:ln w="19050">
            <a:solidFill>
              <a:srgbClr val="D8CEC9"/>
            </a:solidFill>
            <a:round/>
            <a:tailEnd type="oval" w="med" len="med"/>
          </a:ln>
        </p:spPr>
      </p:cxnSp>
      <p:cxnSp>
        <p:nvCxnSpPr>
          <p:cNvPr id="39" name="Google Shape;137;p15"/>
          <p:cNvCxnSpPr/>
          <p:nvPr/>
        </p:nvCxnSpPr>
        <p:spPr>
          <a:xfrm>
            <a:off x="382320" y="4798800"/>
            <a:ext cx="3803760" cy="360"/>
          </a:xfrm>
          <a:prstGeom prst="straightConnector1">
            <a:avLst/>
          </a:prstGeom>
          <a:ln w="19050">
            <a:solidFill>
              <a:srgbClr val="D8CEC9"/>
            </a:solidFill>
            <a:round/>
            <a:headEnd type="oval" w="med" len="med"/>
          </a:ln>
        </p:spPr>
      </p:cxnSp>
      <p:sp>
        <p:nvSpPr>
          <p:cNvPr id="40" name="PlaceHolder 1"/>
          <p:cNvSpPr>
            <a:spLocks noGrp="1"/>
          </p:cNvSpPr>
          <p:nvPr>
            <p:ph type="sldNum" idx="4"/>
          </p:nvPr>
        </p:nvSpPr>
        <p:spPr>
          <a:xfrm>
            <a:off x="4297680" y="4602960"/>
            <a:ext cx="548280" cy="33336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en" sz="1300" b="0" strike="noStrike" spc="-1">
                <a:solidFill>
                  <a:schemeClr val="dk2"/>
                </a:solidFill>
                <a:latin typeface="Mulish"/>
                <a:ea typeface="Mulish"/>
              </a:defRPr>
            </a:lvl1pPr>
          </a:lstStyle>
          <a:p>
            <a:pPr indent="0" algn="ctr" defTabSz="914400">
              <a:lnSpc>
                <a:spcPct val="100000"/>
              </a:lnSpc>
              <a:buNone/>
              <a:tabLst>
                <a:tab pos="0" algn="l"/>
              </a:tabLst>
            </a:pPr>
            <a:fld id="{573D2C7B-A29D-4885-9715-C452732B0674}" type="slidenum">
              <a:rPr lang="en" sz="1300" b="0" strike="noStrike" spc="-1">
                <a:solidFill>
                  <a:schemeClr val="dk2"/>
                </a:solidFill>
                <a:latin typeface="Mulish"/>
                <a:ea typeface="Mulish"/>
              </a:rPr>
              <a:t>‹#›</a:t>
            </a:fld>
            <a:endParaRPr lang="en-US" sz="1300" b="0" strike="noStrike" spc="-1">
              <a:solidFill>
                <a:srgbClr val="000000"/>
              </a:solidFill>
              <a:latin typeface="OpenSymbol"/>
            </a:endParaRPr>
          </a:p>
        </p:txBody>
      </p:sp>
      <p:cxnSp>
        <p:nvCxnSpPr>
          <p:cNvPr id="41" name="Google Shape;139;p15"/>
          <p:cNvCxnSpPr/>
          <p:nvPr/>
        </p:nvCxnSpPr>
        <p:spPr>
          <a:xfrm>
            <a:off x="4957920" y="4798800"/>
            <a:ext cx="3803760" cy="360"/>
          </a:xfrm>
          <a:prstGeom prst="straightConnector1">
            <a:avLst/>
          </a:prstGeom>
          <a:ln w="19050">
            <a:solidFill>
              <a:srgbClr val="D8CEC9"/>
            </a:solidFill>
            <a:round/>
            <a:tailEnd type="oval" w="med" len="med"/>
          </a:ln>
        </p:spPr>
      </p:cxnSp>
      <p:sp>
        <p:nvSpPr>
          <p:cNvPr id="42" name="PlaceHolder 2"/>
          <p:cNvSpPr>
            <a:spLocks noGrp="1"/>
          </p:cNvSpPr>
          <p:nvPr>
            <p:ph type="title"/>
          </p:nvPr>
        </p:nvSpPr>
        <p:spPr>
          <a:xfrm>
            <a:off x="720000" y="1148400"/>
            <a:ext cx="3944520" cy="160668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43" name="PlaceHolder 3"/>
          <p:cNvSpPr>
            <a:spLocks noGrp="1"/>
          </p:cNvSpPr>
          <p:nvPr>
            <p:ph type="body"/>
          </p:nvPr>
        </p:nvSpPr>
        <p:spPr>
          <a:xfrm>
            <a:off x="5149800" y="691200"/>
            <a:ext cx="3070440" cy="3760920"/>
          </a:xfrm>
          <a:prstGeom prst="rect">
            <a:avLst/>
          </a:prstGeom>
          <a:noFill/>
          <a:ln w="19080">
            <a:solidFill>
              <a:schemeClr val="dk2"/>
            </a:solidFill>
            <a:round/>
          </a:ln>
        </p:spPr>
        <p:txBody>
          <a:bodyPr lIns="90000" tIns="45000" rIns="90000" bIns="45000" anchor="t">
            <a:normAutofit fontScale="56111" lnSpcReduction="1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36" name="Google Shape;27;p4"/>
          <p:cNvSpPr/>
          <p:nvPr/>
        </p:nvSpPr>
        <p:spPr>
          <a:xfrm>
            <a:off x="145800" y="149040"/>
            <a:ext cx="8851680" cy="484488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137" name="Google Shape;28;p4"/>
          <p:cNvCxnSpPr/>
          <p:nvPr/>
        </p:nvCxnSpPr>
        <p:spPr>
          <a:xfrm>
            <a:off x="382320" y="339480"/>
            <a:ext cx="3803760" cy="360"/>
          </a:xfrm>
          <a:prstGeom prst="straightConnector1">
            <a:avLst/>
          </a:prstGeom>
          <a:ln w="19050">
            <a:solidFill>
              <a:srgbClr val="D8CEC9"/>
            </a:solidFill>
            <a:round/>
            <a:headEnd type="oval" w="med" len="med"/>
          </a:ln>
        </p:spPr>
      </p:cxnSp>
      <p:sp>
        <p:nvSpPr>
          <p:cNvPr id="138" name="Google Shape;29;p4"/>
          <p:cNvSpPr/>
          <p:nvPr/>
        </p:nvSpPr>
        <p:spPr>
          <a:xfrm>
            <a:off x="4452480" y="219960"/>
            <a:ext cx="239040" cy="239040"/>
          </a:xfrm>
          <a:prstGeom prst="star4">
            <a:avLst>
              <a:gd name="adj" fmla="val 15727"/>
            </a:avLst>
          </a:prstGeom>
          <a:noFill/>
          <a:ln w="19050">
            <a:solidFill>
              <a:srgbClr val="D8CEC9"/>
            </a:solidFill>
            <a:round/>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cxnSp>
        <p:nvCxnSpPr>
          <p:cNvPr id="139" name="Google Shape;30;p4"/>
          <p:cNvCxnSpPr/>
          <p:nvPr/>
        </p:nvCxnSpPr>
        <p:spPr>
          <a:xfrm>
            <a:off x="4957920" y="339480"/>
            <a:ext cx="3803760" cy="360"/>
          </a:xfrm>
          <a:prstGeom prst="straightConnector1">
            <a:avLst/>
          </a:prstGeom>
          <a:ln w="19050">
            <a:solidFill>
              <a:srgbClr val="D8CEC9"/>
            </a:solidFill>
            <a:round/>
            <a:tailEnd type="oval" w="med" len="med"/>
          </a:ln>
        </p:spPr>
      </p:cxnSp>
      <p:cxnSp>
        <p:nvCxnSpPr>
          <p:cNvPr id="140" name="Google Shape;31;p4"/>
          <p:cNvCxnSpPr/>
          <p:nvPr/>
        </p:nvCxnSpPr>
        <p:spPr>
          <a:xfrm>
            <a:off x="382320" y="4798800"/>
            <a:ext cx="3803760" cy="360"/>
          </a:xfrm>
          <a:prstGeom prst="straightConnector1">
            <a:avLst/>
          </a:prstGeom>
          <a:ln w="19050">
            <a:solidFill>
              <a:srgbClr val="D8CEC9"/>
            </a:solidFill>
            <a:round/>
            <a:headEnd type="oval" w="med" len="med"/>
          </a:ln>
        </p:spPr>
      </p:cxnSp>
      <p:sp>
        <p:nvSpPr>
          <p:cNvPr id="141" name="PlaceHolder 1"/>
          <p:cNvSpPr>
            <a:spLocks noGrp="1"/>
          </p:cNvSpPr>
          <p:nvPr>
            <p:ph type="sldNum" idx="16"/>
          </p:nvPr>
        </p:nvSpPr>
        <p:spPr>
          <a:xfrm>
            <a:off x="4297680" y="4602960"/>
            <a:ext cx="548280" cy="33336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en" sz="1300" b="0" strike="noStrike" spc="-1">
                <a:solidFill>
                  <a:schemeClr val="dk2"/>
                </a:solidFill>
                <a:latin typeface="Mulish"/>
                <a:ea typeface="Mulish"/>
              </a:defRPr>
            </a:lvl1pPr>
          </a:lstStyle>
          <a:p>
            <a:pPr indent="0" algn="ctr" defTabSz="914400">
              <a:lnSpc>
                <a:spcPct val="100000"/>
              </a:lnSpc>
              <a:buNone/>
              <a:tabLst>
                <a:tab pos="0" algn="l"/>
              </a:tabLst>
            </a:pPr>
            <a:fld id="{910646DB-BFC7-430D-9EA5-682AEC089A2C}" type="slidenum">
              <a:rPr lang="en" sz="1300" b="0" strike="noStrike" spc="-1">
                <a:solidFill>
                  <a:schemeClr val="dk2"/>
                </a:solidFill>
                <a:latin typeface="Mulish"/>
                <a:ea typeface="Mulish"/>
              </a:rPr>
              <a:t>‹#›</a:t>
            </a:fld>
            <a:endParaRPr lang="en-US" sz="1300" b="0" strike="noStrike" spc="-1">
              <a:solidFill>
                <a:srgbClr val="000000"/>
              </a:solidFill>
              <a:latin typeface="OpenSymbol"/>
            </a:endParaRPr>
          </a:p>
        </p:txBody>
      </p:sp>
      <p:cxnSp>
        <p:nvCxnSpPr>
          <p:cNvPr id="142" name="Google Shape;33;p4"/>
          <p:cNvCxnSpPr/>
          <p:nvPr/>
        </p:nvCxnSpPr>
        <p:spPr>
          <a:xfrm>
            <a:off x="4957920" y="4798800"/>
            <a:ext cx="3803760" cy="360"/>
          </a:xfrm>
          <a:prstGeom prst="straightConnector1">
            <a:avLst/>
          </a:prstGeom>
          <a:ln w="19050">
            <a:solidFill>
              <a:srgbClr val="D8CEC9"/>
            </a:solidFill>
            <a:round/>
            <a:tailEnd type="oval" w="med" len="med"/>
          </a:ln>
        </p:spPr>
      </p:cxnSp>
      <p:sp>
        <p:nvSpPr>
          <p:cNvPr id="143" name="PlaceHolder 2"/>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144" name="PlaceHolder 3"/>
          <p:cNvSpPr>
            <a:spLocks noGrp="1"/>
          </p:cNvSpPr>
          <p:nvPr>
            <p:ph type="body"/>
          </p:nvPr>
        </p:nvSpPr>
        <p:spPr>
          <a:xfrm>
            <a:off x="720000" y="1215720"/>
            <a:ext cx="7703640" cy="32328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1609560" y="1257480"/>
            <a:ext cx="5924160" cy="2076120"/>
          </a:xfrm>
          <a:prstGeom prst="rect">
            <a:avLst/>
          </a:prstGeom>
          <a:noFill/>
          <a:ln w="0">
            <a:noFill/>
          </a:ln>
        </p:spPr>
        <p:txBody>
          <a:bodyPr lIns="91440" tIns="91440" rIns="91440" bIns="91440" anchor="ctr">
            <a:normAutofit fontScale="92083"/>
          </a:bodyPr>
          <a:lstStyle/>
          <a:p>
            <a:pPr indent="0" algn="ctr">
              <a:lnSpc>
                <a:spcPct val="100000"/>
              </a:lnSpc>
              <a:buNone/>
              <a:tabLst>
                <a:tab pos="0" algn="l"/>
              </a:tabLst>
            </a:pPr>
            <a:r>
              <a:rPr lang="en" sz="6000" b="0" strike="noStrike" spc="-1" dirty="0">
                <a:solidFill>
                  <a:schemeClr val="dk1"/>
                </a:solidFill>
                <a:latin typeface="Quicksand"/>
                <a:ea typeface="Quicksand"/>
              </a:rPr>
              <a:t>E-commerce Price Comparison Bot</a:t>
            </a:r>
            <a:endParaRPr lang="fr-FR" sz="6000" b="0" strike="noStrike" spc="-1" dirty="0">
              <a:solidFill>
                <a:schemeClr val="dk1"/>
              </a:solidFill>
              <a:latin typeface="Arial"/>
            </a:endParaRPr>
          </a:p>
        </p:txBody>
      </p:sp>
      <p:sp>
        <p:nvSpPr>
          <p:cNvPr id="189" name="PlaceHolder 2"/>
          <p:cNvSpPr>
            <a:spLocks noGrp="1"/>
          </p:cNvSpPr>
          <p:nvPr>
            <p:ph type="subTitle"/>
          </p:nvPr>
        </p:nvSpPr>
        <p:spPr>
          <a:xfrm>
            <a:off x="1609560" y="3331233"/>
            <a:ext cx="5943240" cy="367385"/>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400" b="0" strike="noStrike" spc="-1" dirty="0">
                <a:solidFill>
                  <a:schemeClr val="dk1"/>
                </a:solidFill>
                <a:latin typeface="Mulish"/>
                <a:ea typeface="Mulish"/>
              </a:rPr>
              <a:t>A comprehensive overview of a Python-based project to compare online prices.</a:t>
            </a:r>
            <a:endParaRPr lang="en-US" sz="1400" b="0" strike="noStrike" spc="-1" dirty="0">
              <a:solidFill>
                <a:srgbClr val="000000"/>
              </a:solidFill>
              <a:latin typeface="OpenSymbol"/>
            </a:endParaRPr>
          </a:p>
        </p:txBody>
      </p:sp>
      <p:cxnSp>
        <p:nvCxnSpPr>
          <p:cNvPr id="190" name="Google Shape;287;p29"/>
          <p:cNvCxnSpPr/>
          <p:nvPr/>
        </p:nvCxnSpPr>
        <p:spPr>
          <a:xfrm flipV="1">
            <a:off x="1600560" y="3953520"/>
            <a:ext cx="5942880" cy="6840"/>
          </a:xfrm>
          <a:prstGeom prst="straightConnector1">
            <a:avLst/>
          </a:prstGeom>
          <a:ln w="19050">
            <a:solidFill>
              <a:srgbClr val="D8CEC9"/>
            </a:solidFill>
            <a:round/>
            <a:headEnd type="oval" w="med" len="med"/>
            <a:tailEnd type="oval" w="med" len="med"/>
          </a:ln>
        </p:spPr>
      </p:cxnSp>
      <p:cxnSp>
        <p:nvCxnSpPr>
          <p:cNvPr id="191" name="Google Shape;288;p29"/>
          <p:cNvCxnSpPr/>
          <p:nvPr/>
        </p:nvCxnSpPr>
        <p:spPr>
          <a:xfrm flipV="1">
            <a:off x="1600560" y="1182960"/>
            <a:ext cx="5942880" cy="7200"/>
          </a:xfrm>
          <a:prstGeom prst="straightConnector1">
            <a:avLst/>
          </a:prstGeom>
          <a:ln w="19050">
            <a:solidFill>
              <a:srgbClr val="D8CEC9"/>
            </a:solidFill>
            <a:round/>
            <a:headEnd type="oval" w="med" len="med"/>
            <a:tailEnd type="oval" w="med" len="med"/>
          </a:ln>
        </p:spPr>
      </p:cxnSp>
      <p:sp>
        <p:nvSpPr>
          <p:cNvPr id="192" name="Google Shape;289;p29"/>
          <p:cNvSpPr/>
          <p:nvPr/>
        </p:nvSpPr>
        <p:spPr>
          <a:xfrm>
            <a:off x="2419200" y="1695600"/>
            <a:ext cx="237600" cy="237600"/>
          </a:xfrm>
          <a:prstGeom prst="rect">
            <a:avLst/>
          </a:prstGeom>
          <a:noFill/>
          <a:ln w="0">
            <a:noFill/>
          </a:ln>
        </p:spPr>
        <p:style>
          <a:lnRef idx="0">
            <a:scrgbClr r="0" g="0" b="0"/>
          </a:lnRef>
          <a:fillRef idx="0">
            <a:scrgbClr r="0" g="0" b="0"/>
          </a:fillRef>
          <a:effectRef idx="0">
            <a:scrgbClr r="0" g="0" b="0"/>
          </a:effectRef>
          <a:fontRef idx="minor"/>
        </p:style>
        <p:txBody>
          <a:bodyPr lIns="870823080" tIns="118800" rIns="870823080" bIns="118800" anchor="t">
            <a:spAutoFit/>
          </a:bodyPr>
          <a:lstStyle/>
          <a:p>
            <a:pPr defTabSz="914400">
              <a:lnSpc>
                <a:spcPct val="100000"/>
              </a:lnSpc>
              <a:tabLst>
                <a:tab pos="0" algn="l"/>
              </a:tabLst>
            </a:pPr>
            <a:endParaRPr lang="fr-FR" sz="1800" b="0" strike="noStrike" spc="-1">
              <a:solidFill>
                <a:schemeClr val="dk1"/>
              </a:solidFill>
              <a:latin typeface="Arial"/>
            </a:endParaRPr>
          </a:p>
        </p:txBody>
      </p:sp>
      <p:sp>
        <p:nvSpPr>
          <p:cNvPr id="193" name="Google Shape;290;p29"/>
          <p:cNvSpPr/>
          <p:nvPr/>
        </p:nvSpPr>
        <p:spPr>
          <a:xfrm>
            <a:off x="6734160" y="1695600"/>
            <a:ext cx="237600" cy="237600"/>
          </a:xfrm>
          <a:prstGeom prst="rect">
            <a:avLst/>
          </a:prstGeom>
          <a:noFill/>
          <a:ln w="0">
            <a:noFill/>
          </a:ln>
        </p:spPr>
        <p:style>
          <a:lnRef idx="0">
            <a:scrgbClr r="0" g="0" b="0"/>
          </a:lnRef>
          <a:fillRef idx="0">
            <a:scrgbClr r="0" g="0" b="0"/>
          </a:fillRef>
          <a:effectRef idx="0">
            <a:scrgbClr r="0" g="0" b="0"/>
          </a:effectRef>
          <a:fontRef idx="minor"/>
        </p:style>
        <p:txBody>
          <a:bodyPr lIns="870823080" tIns="118800" rIns="870823080" bIns="118800" anchor="t">
            <a:spAutoFit/>
          </a:bodyPr>
          <a:lstStyle/>
          <a:p>
            <a:pPr defTabSz="914400">
              <a:lnSpc>
                <a:spcPct val="100000"/>
              </a:lnSpc>
              <a:tabLst>
                <a:tab pos="0" algn="l"/>
              </a:tabLst>
            </a:pPr>
            <a:endParaRPr lang="fr-FR" sz="1800" b="0" strike="noStrike" spc="-1">
              <a:solidFill>
                <a:schemeClr val="dk1"/>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1DCBE-C1CA-9AE1-3C04-0CC64A6A7D23}"/>
            </a:ext>
          </a:extLst>
        </p:cNvPr>
        <p:cNvGrpSpPr/>
        <p:nvPr/>
      </p:nvGrpSpPr>
      <p:grpSpPr>
        <a:xfrm>
          <a:off x="0" y="0"/>
          <a:ext cx="0" cy="0"/>
          <a:chOff x="0" y="0"/>
          <a:chExt cx="0" cy="0"/>
        </a:xfrm>
      </p:grpSpPr>
      <p:sp>
        <p:nvSpPr>
          <p:cNvPr id="194" name="PlaceHolder 1">
            <a:extLst>
              <a:ext uri="{FF2B5EF4-FFF2-40B4-BE49-F238E27FC236}">
                <a16:creationId xmlns:a16="http://schemas.microsoft.com/office/drawing/2014/main" id="{9A0AD5E7-0CE0-758E-80C3-FFA1199402F1}"/>
              </a:ext>
            </a:extLst>
          </p:cNvPr>
          <p:cNvSpPr>
            <a:spLocks noGrp="1"/>
          </p:cNvSpPr>
          <p:nvPr>
            <p:ph type="title"/>
          </p:nvPr>
        </p:nvSpPr>
        <p:spPr>
          <a:xfrm>
            <a:off x="723960" y="447840"/>
            <a:ext cx="7705440" cy="571320"/>
          </a:xfrm>
          <a:prstGeom prst="rect">
            <a:avLst/>
          </a:prstGeom>
          <a:noFill/>
          <a:ln w="0">
            <a:noFill/>
          </a:ln>
        </p:spPr>
        <p:txBody>
          <a:bodyPr lIns="91440" tIns="91440" rIns="91440" bIns="91440" anchor="t">
            <a:noAutofit/>
          </a:bodyPr>
          <a:lstStyle/>
          <a:p>
            <a:pPr indent="0">
              <a:lnSpc>
                <a:spcPct val="100000"/>
              </a:lnSpc>
              <a:buNone/>
              <a:tabLst>
                <a:tab pos="0" algn="l"/>
              </a:tabLst>
            </a:pPr>
            <a:r>
              <a:rPr lang="fr-FR" sz="4000" b="1" spc="-1" dirty="0">
                <a:solidFill>
                  <a:schemeClr val="dk1"/>
                </a:solidFill>
                <a:latin typeface="Arial"/>
              </a:rPr>
              <a:t>Introduction</a:t>
            </a:r>
            <a:endParaRPr lang="fr-FR" sz="4000" b="1" strike="noStrike" spc="-1" dirty="0">
              <a:solidFill>
                <a:schemeClr val="dk1"/>
              </a:solidFill>
              <a:latin typeface="Arial"/>
            </a:endParaRPr>
          </a:p>
        </p:txBody>
      </p:sp>
      <p:sp>
        <p:nvSpPr>
          <p:cNvPr id="195" name="PlaceHolder 2">
            <a:extLst>
              <a:ext uri="{FF2B5EF4-FFF2-40B4-BE49-F238E27FC236}">
                <a16:creationId xmlns:a16="http://schemas.microsoft.com/office/drawing/2014/main" id="{170A4B2F-0E2B-BB98-D2CB-FA0924F2CD88}"/>
              </a:ext>
            </a:extLst>
          </p:cNvPr>
          <p:cNvSpPr>
            <a:spLocks noGrp="1"/>
          </p:cNvSpPr>
          <p:nvPr>
            <p:ph/>
          </p:nvPr>
        </p:nvSpPr>
        <p:spPr>
          <a:xfrm>
            <a:off x="539233" y="1371720"/>
            <a:ext cx="7705440" cy="2151953"/>
          </a:xfrm>
          <a:prstGeom prst="rect">
            <a:avLst/>
          </a:prstGeom>
          <a:noFill/>
          <a:ln w="0">
            <a:noFill/>
          </a:ln>
        </p:spPr>
        <p:txBody>
          <a:bodyPr lIns="91440" tIns="91440" rIns="91440" bIns="91440" anchor="t">
            <a:normAutofit/>
          </a:bodyPr>
          <a:lstStyle/>
          <a:p>
            <a:pPr marL="457200" indent="-314280" algn="just">
              <a:lnSpc>
                <a:spcPct val="100000"/>
              </a:lnSpc>
              <a:tabLst>
                <a:tab pos="0" algn="l"/>
              </a:tabLst>
            </a:pPr>
            <a:r>
              <a:rPr lang="en-US" sz="2000" b="0" strike="noStrike" spc="-1" dirty="0">
                <a:solidFill>
                  <a:schemeClr val="dk1"/>
                </a:solidFill>
                <a:latin typeface="Mulish"/>
                <a:ea typeface="Mulish"/>
              </a:rPr>
              <a:t>    In today’s digital world, prices of products vary across e-commerce platforms. Manually comparing prices can be time-consuming. To address this, we’ve created an E-Commerce Price Comparison Bot using Python and Selenium that automates this task and helps users make informed buying decisions.</a:t>
            </a:r>
            <a:endParaRPr lang="fr-FR" sz="2000" b="0" strike="noStrike" spc="-1" dirty="0">
              <a:solidFill>
                <a:srgbClr val="000000"/>
              </a:solidFill>
              <a:latin typeface="Arial"/>
            </a:endParaRPr>
          </a:p>
        </p:txBody>
      </p:sp>
      <p:sp>
        <p:nvSpPr>
          <p:cNvPr id="196" name="PlaceHolder 3">
            <a:extLst>
              <a:ext uri="{FF2B5EF4-FFF2-40B4-BE49-F238E27FC236}">
                <a16:creationId xmlns:a16="http://schemas.microsoft.com/office/drawing/2014/main" id="{C708AE86-F4B0-1AF0-E1F5-57210FEC55A1}"/>
              </a:ext>
            </a:extLst>
          </p:cNvPr>
          <p:cNvSpPr>
            <a:spLocks noGrp="1"/>
          </p:cNvSpPr>
          <p:nvPr>
            <p:ph type="sldNum" idx="22"/>
          </p:nvPr>
        </p:nvSpPr>
        <p:spPr>
          <a:xfrm>
            <a:off x="4295880" y="4600440"/>
            <a:ext cx="552240" cy="316620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fr-FR" sz="1300" b="0" strike="noStrike" spc="-1">
                <a:solidFill>
                  <a:schemeClr val="dk2"/>
                </a:solidFill>
                <a:latin typeface="Mulish"/>
                <a:ea typeface="Mulish"/>
              </a:defRPr>
            </a:lvl1pPr>
          </a:lstStyle>
          <a:p>
            <a:pPr indent="0" algn="ctr" defTabSz="914400">
              <a:lnSpc>
                <a:spcPct val="100000"/>
              </a:lnSpc>
              <a:buNone/>
              <a:tabLst>
                <a:tab pos="0" algn="l"/>
              </a:tabLst>
            </a:pPr>
            <a:fld id="{A24DF0A1-1B49-438F-A711-C4C7F0834B7C}" type="slidenum">
              <a:rPr lang="fr-FR" sz="1300" b="0" strike="noStrike" spc="-1">
                <a:solidFill>
                  <a:schemeClr val="dk2"/>
                </a:solidFill>
                <a:latin typeface="Mulish"/>
                <a:ea typeface="Mulish"/>
              </a:rPr>
              <a:t>2</a:t>
            </a:fld>
            <a:endParaRPr lang="en-US" sz="1300" b="0" strike="noStrike" spc="-1">
              <a:solidFill>
                <a:srgbClr val="000000"/>
              </a:solidFill>
              <a:latin typeface="OpenSymbol"/>
            </a:endParaRPr>
          </a:p>
        </p:txBody>
      </p:sp>
      <p:sp>
        <p:nvSpPr>
          <p:cNvPr id="3" name="TextBox 2">
            <a:extLst>
              <a:ext uri="{FF2B5EF4-FFF2-40B4-BE49-F238E27FC236}">
                <a16:creationId xmlns:a16="http://schemas.microsoft.com/office/drawing/2014/main" id="{4416B559-390C-0B7C-3D11-91A487177EE3}"/>
              </a:ext>
            </a:extLst>
          </p:cNvPr>
          <p:cNvSpPr txBox="1"/>
          <p:nvPr/>
        </p:nvSpPr>
        <p:spPr>
          <a:xfrm>
            <a:off x="2286000" y="3006728"/>
            <a:ext cx="4572000" cy="215444"/>
          </a:xfrm>
          <a:prstGeom prst="rect">
            <a:avLst/>
          </a:prstGeom>
          <a:noFill/>
        </p:spPr>
        <p:txBody>
          <a:bodyPr wrap="square">
            <a:spAutoFit/>
          </a:bodyPr>
          <a:lstStyle/>
          <a:p>
            <a:pPr indent="0" algn="ctr">
              <a:buNone/>
            </a:pPr>
            <a:r>
              <a:rPr lang="en-US" sz="800" b="0" strike="noStrike" spc="-1" dirty="0">
                <a:solidFill>
                  <a:schemeClr val="dk1"/>
                </a:solidFill>
                <a:latin typeface="Mulish"/>
                <a:ea typeface="Mulish"/>
              </a:rPr>
              <a:t>.</a:t>
            </a:r>
          </a:p>
        </p:txBody>
      </p:sp>
    </p:spTree>
    <p:extLst>
      <p:ext uri="{BB962C8B-B14F-4D97-AF65-F5344CB8AC3E}">
        <p14:creationId xmlns:p14="http://schemas.microsoft.com/office/powerpoint/2010/main" val="554706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3F7C6-8107-6174-B6A4-FDE8C473CEC1}"/>
            </a:ext>
          </a:extLst>
        </p:cNvPr>
        <p:cNvGrpSpPr/>
        <p:nvPr/>
      </p:nvGrpSpPr>
      <p:grpSpPr>
        <a:xfrm>
          <a:off x="0" y="0"/>
          <a:ext cx="0" cy="0"/>
          <a:chOff x="0" y="0"/>
          <a:chExt cx="0" cy="0"/>
        </a:xfrm>
      </p:grpSpPr>
      <p:sp>
        <p:nvSpPr>
          <p:cNvPr id="194" name="PlaceHolder 1">
            <a:extLst>
              <a:ext uri="{FF2B5EF4-FFF2-40B4-BE49-F238E27FC236}">
                <a16:creationId xmlns:a16="http://schemas.microsoft.com/office/drawing/2014/main" id="{7351FF53-3E3E-93F4-F60A-4B836CE7629C}"/>
              </a:ext>
            </a:extLst>
          </p:cNvPr>
          <p:cNvSpPr>
            <a:spLocks noGrp="1"/>
          </p:cNvSpPr>
          <p:nvPr>
            <p:ph type="title"/>
          </p:nvPr>
        </p:nvSpPr>
        <p:spPr>
          <a:xfrm>
            <a:off x="723960" y="447840"/>
            <a:ext cx="7705440" cy="57132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4000" b="1" strike="noStrike" spc="-1" dirty="0">
                <a:solidFill>
                  <a:schemeClr val="dk1"/>
                </a:solidFill>
                <a:latin typeface="Quicksand"/>
              </a:rPr>
              <a:t>Project Overview</a:t>
            </a:r>
            <a:endParaRPr lang="fr-FR" sz="4000" b="0" strike="noStrike" spc="-1" dirty="0">
              <a:solidFill>
                <a:schemeClr val="dk1"/>
              </a:solidFill>
              <a:latin typeface="Arial"/>
            </a:endParaRPr>
          </a:p>
        </p:txBody>
      </p:sp>
      <p:sp>
        <p:nvSpPr>
          <p:cNvPr id="195" name="PlaceHolder 2">
            <a:extLst>
              <a:ext uri="{FF2B5EF4-FFF2-40B4-BE49-F238E27FC236}">
                <a16:creationId xmlns:a16="http://schemas.microsoft.com/office/drawing/2014/main" id="{249A20EF-1D91-5598-85EB-675D1C03B24C}"/>
              </a:ext>
            </a:extLst>
          </p:cNvPr>
          <p:cNvSpPr>
            <a:spLocks noGrp="1"/>
          </p:cNvSpPr>
          <p:nvPr>
            <p:ph/>
          </p:nvPr>
        </p:nvSpPr>
        <p:spPr>
          <a:xfrm>
            <a:off x="539233" y="1371720"/>
            <a:ext cx="7705440" cy="2151953"/>
          </a:xfrm>
          <a:prstGeom prst="rect">
            <a:avLst/>
          </a:prstGeom>
          <a:noFill/>
          <a:ln w="0">
            <a:noFill/>
          </a:ln>
        </p:spPr>
        <p:txBody>
          <a:bodyPr lIns="91440" tIns="91440" rIns="91440" bIns="91440" anchor="t">
            <a:normAutofit/>
          </a:bodyPr>
          <a:lstStyle/>
          <a:p>
            <a:pPr marL="457200" indent="-314280" algn="just">
              <a:lnSpc>
                <a:spcPct val="100000"/>
              </a:lnSpc>
              <a:tabLst>
                <a:tab pos="0" algn="l"/>
              </a:tabLst>
            </a:pPr>
            <a:r>
              <a:rPr lang="en-US" sz="2000" b="0" strike="noStrike" spc="-1" dirty="0">
                <a:solidFill>
                  <a:schemeClr val="dk1"/>
                </a:solidFill>
                <a:latin typeface="Mulish"/>
                <a:ea typeface="Mulish"/>
              </a:rPr>
              <a:t> Project Overview This project is a Python-based automation tool that scrapes product prices from popular Indian e-commerce websites like Flipkart, Amazon, and Croma , and displays a side-by-side price comparison for the user’s desired product.</a:t>
            </a:r>
          </a:p>
          <a:p>
            <a:pPr marL="457200" indent="-314280" algn="just">
              <a:lnSpc>
                <a:spcPct val="100000"/>
              </a:lnSpc>
              <a:buNone/>
              <a:tabLst>
                <a:tab pos="0" algn="l"/>
              </a:tabLst>
            </a:pPr>
            <a:endParaRPr lang="fr-FR" sz="2000" b="0" strike="noStrike" spc="-1" dirty="0">
              <a:solidFill>
                <a:srgbClr val="000000"/>
              </a:solidFill>
              <a:latin typeface="Arial"/>
            </a:endParaRPr>
          </a:p>
        </p:txBody>
      </p:sp>
      <p:sp>
        <p:nvSpPr>
          <p:cNvPr id="196" name="PlaceHolder 3">
            <a:extLst>
              <a:ext uri="{FF2B5EF4-FFF2-40B4-BE49-F238E27FC236}">
                <a16:creationId xmlns:a16="http://schemas.microsoft.com/office/drawing/2014/main" id="{F407344C-D819-4608-B6A0-DB57ADC0ADD5}"/>
              </a:ext>
            </a:extLst>
          </p:cNvPr>
          <p:cNvSpPr>
            <a:spLocks noGrp="1"/>
          </p:cNvSpPr>
          <p:nvPr>
            <p:ph type="sldNum" idx="22"/>
          </p:nvPr>
        </p:nvSpPr>
        <p:spPr>
          <a:xfrm>
            <a:off x="4295880" y="4600440"/>
            <a:ext cx="552240" cy="316620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fr-FR" sz="1300" b="0" strike="noStrike" spc="-1">
                <a:solidFill>
                  <a:schemeClr val="dk2"/>
                </a:solidFill>
                <a:latin typeface="Mulish"/>
                <a:ea typeface="Mulish"/>
              </a:defRPr>
            </a:lvl1pPr>
          </a:lstStyle>
          <a:p>
            <a:pPr indent="0" algn="ctr" defTabSz="914400">
              <a:lnSpc>
                <a:spcPct val="100000"/>
              </a:lnSpc>
              <a:buNone/>
              <a:tabLst>
                <a:tab pos="0" algn="l"/>
              </a:tabLst>
            </a:pPr>
            <a:fld id="{A24DF0A1-1B49-438F-A711-C4C7F0834B7C}" type="slidenum">
              <a:rPr lang="fr-FR" sz="1300" b="0" strike="noStrike" spc="-1">
                <a:solidFill>
                  <a:schemeClr val="dk2"/>
                </a:solidFill>
                <a:latin typeface="Mulish"/>
                <a:ea typeface="Mulish"/>
              </a:rPr>
              <a:t>3</a:t>
            </a:fld>
            <a:endParaRPr lang="en-US" sz="1300" b="0" strike="noStrike" spc="-1">
              <a:solidFill>
                <a:srgbClr val="000000"/>
              </a:solidFill>
              <a:latin typeface="OpenSymbol"/>
            </a:endParaRPr>
          </a:p>
        </p:txBody>
      </p:sp>
      <p:sp>
        <p:nvSpPr>
          <p:cNvPr id="3" name="TextBox 2">
            <a:extLst>
              <a:ext uri="{FF2B5EF4-FFF2-40B4-BE49-F238E27FC236}">
                <a16:creationId xmlns:a16="http://schemas.microsoft.com/office/drawing/2014/main" id="{F2C7F8AC-89AC-4B64-C774-A0578A41291D}"/>
              </a:ext>
            </a:extLst>
          </p:cNvPr>
          <p:cNvSpPr txBox="1"/>
          <p:nvPr/>
        </p:nvSpPr>
        <p:spPr>
          <a:xfrm>
            <a:off x="2286000" y="3006728"/>
            <a:ext cx="4572000" cy="215444"/>
          </a:xfrm>
          <a:prstGeom prst="rect">
            <a:avLst/>
          </a:prstGeom>
          <a:noFill/>
        </p:spPr>
        <p:txBody>
          <a:bodyPr wrap="square">
            <a:spAutoFit/>
          </a:bodyPr>
          <a:lstStyle/>
          <a:p>
            <a:pPr indent="0" algn="ctr">
              <a:buNone/>
            </a:pPr>
            <a:r>
              <a:rPr lang="en-US" sz="800" b="0" strike="noStrike" spc="-1" dirty="0">
                <a:solidFill>
                  <a:schemeClr val="dk1"/>
                </a:solidFill>
                <a:latin typeface="Mulish"/>
                <a:ea typeface="Mulish"/>
              </a:rPr>
              <a:t>.</a:t>
            </a:r>
          </a:p>
        </p:txBody>
      </p:sp>
    </p:spTree>
    <p:extLst>
      <p:ext uri="{BB962C8B-B14F-4D97-AF65-F5344CB8AC3E}">
        <p14:creationId xmlns:p14="http://schemas.microsoft.com/office/powerpoint/2010/main" val="1485470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714600" y="586448"/>
            <a:ext cx="7696080" cy="1113105"/>
          </a:xfrm>
          <a:prstGeom prst="rect">
            <a:avLst/>
          </a:prstGeom>
          <a:noFill/>
          <a:ln w="0">
            <a:noFill/>
          </a:ln>
        </p:spPr>
        <p:txBody>
          <a:bodyPr lIns="91440" tIns="91440" rIns="91440" bIns="91440" anchor="t">
            <a:noAutofit/>
          </a:bodyPr>
          <a:lstStyle/>
          <a:p>
            <a:pPr indent="0">
              <a:lnSpc>
                <a:spcPct val="100000"/>
              </a:lnSpc>
              <a:buNone/>
              <a:tabLst>
                <a:tab pos="0" algn="l"/>
              </a:tabLst>
            </a:pPr>
            <a:r>
              <a:rPr lang="en" sz="2400" b="1" strike="noStrike" spc="-1" dirty="0">
                <a:solidFill>
                  <a:schemeClr val="dk1"/>
                </a:solidFill>
                <a:latin typeface="Quicksand"/>
                <a:ea typeface="Quicksand"/>
              </a:rPr>
              <a:t>Introduction to the E-commerce Price Comparison Bot</a:t>
            </a:r>
            <a:endParaRPr lang="fr-FR" sz="2400" b="0" strike="noStrike" spc="-1" dirty="0">
              <a:solidFill>
                <a:schemeClr val="dk1"/>
              </a:solidFill>
              <a:latin typeface="Arial"/>
            </a:endParaRPr>
          </a:p>
        </p:txBody>
      </p:sp>
      <p:sp>
        <p:nvSpPr>
          <p:cNvPr id="206" name="PlaceHolder 2"/>
          <p:cNvSpPr>
            <a:spLocks noGrp="1"/>
          </p:cNvSpPr>
          <p:nvPr>
            <p:ph/>
          </p:nvPr>
        </p:nvSpPr>
        <p:spPr>
          <a:xfrm>
            <a:off x="723960" y="1219320"/>
            <a:ext cx="7705440" cy="3228480"/>
          </a:xfrm>
          <a:prstGeom prst="rect">
            <a:avLst/>
          </a:prstGeom>
          <a:noFill/>
          <a:ln w="0">
            <a:noFill/>
          </a:ln>
        </p:spPr>
        <p:txBody>
          <a:bodyPr lIns="91440" tIns="91440" rIns="91440" bIns="91440" anchor="t">
            <a:normAutofit/>
          </a:bodyPr>
          <a:lstStyle/>
          <a:p>
            <a:pPr marL="457200" indent="-314280">
              <a:lnSpc>
                <a:spcPct val="100000"/>
              </a:lnSpc>
              <a:buFont typeface="Wingdings" panose="05000000000000000000" pitchFamily="2" charset="2"/>
              <a:buChar char="§"/>
              <a:tabLst>
                <a:tab pos="0" algn="l"/>
              </a:tabLst>
            </a:pPr>
            <a:r>
              <a:rPr lang="en" sz="1800" b="0" strike="noStrike" spc="-1" dirty="0">
                <a:solidFill>
                  <a:schemeClr val="dk1"/>
                </a:solidFill>
                <a:latin typeface="Mulish"/>
                <a:ea typeface="Mulish"/>
              </a:rPr>
              <a:t>The E-commerce Price Comparison Bot is a Python application designed to analyze prices of products listed on various online retail platforms. By integrating with multiple APIs, it fetches current pricing data and presents users with the best available options in real-time. </a:t>
            </a:r>
          </a:p>
          <a:p>
            <a:pPr marL="142920">
              <a:lnSpc>
                <a:spcPct val="100000"/>
              </a:lnSpc>
              <a:tabLst>
                <a:tab pos="0" algn="l"/>
              </a:tabLst>
            </a:pPr>
            <a:endParaRPr lang="en" sz="1800" b="0" strike="noStrike" spc="-1" dirty="0">
              <a:solidFill>
                <a:schemeClr val="dk1"/>
              </a:solidFill>
              <a:latin typeface="Mulish"/>
              <a:ea typeface="Mulish"/>
            </a:endParaRPr>
          </a:p>
          <a:p>
            <a:pPr marL="457200" indent="-314280">
              <a:lnSpc>
                <a:spcPct val="100000"/>
              </a:lnSpc>
              <a:buFont typeface="Wingdings" panose="05000000000000000000" pitchFamily="2" charset="2"/>
              <a:buChar char="§"/>
              <a:tabLst>
                <a:tab pos="0" algn="l"/>
              </a:tabLst>
            </a:pPr>
            <a:r>
              <a:rPr lang="en-US" sz="1800" b="0" strike="noStrike" spc="-1" dirty="0">
                <a:solidFill>
                  <a:schemeClr val="dk1"/>
                </a:solidFill>
                <a:latin typeface="Mulish"/>
                <a:ea typeface="Mulish"/>
              </a:rPr>
              <a:t>The bot takes a product name as input, navigates to each e-commerce website, searches the product, extracts the price of the top-listed item, and finally displays the price from each platform in a readable format.</a:t>
            </a:r>
            <a:endParaRPr lang="en" sz="1800" b="0" strike="noStrike" spc="-1" dirty="0">
              <a:solidFill>
                <a:schemeClr val="dk1"/>
              </a:solidFill>
              <a:latin typeface="Mulish"/>
              <a:ea typeface="Mulish"/>
            </a:endParaRPr>
          </a:p>
        </p:txBody>
      </p:sp>
      <p:sp>
        <p:nvSpPr>
          <p:cNvPr id="207" name="PlaceHolder 3"/>
          <p:cNvSpPr>
            <a:spLocks noGrp="1"/>
          </p:cNvSpPr>
          <p:nvPr>
            <p:ph type="sldNum" idx="24"/>
          </p:nvPr>
        </p:nvSpPr>
        <p:spPr>
          <a:xfrm>
            <a:off x="4295880" y="4600440"/>
            <a:ext cx="552240" cy="316620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fr-FR" sz="1300" b="0" strike="noStrike" spc="-1">
                <a:solidFill>
                  <a:schemeClr val="dk2"/>
                </a:solidFill>
                <a:latin typeface="Mulish"/>
                <a:ea typeface="Mulish"/>
              </a:defRPr>
            </a:lvl1pPr>
          </a:lstStyle>
          <a:p>
            <a:pPr indent="0" algn="ctr" defTabSz="914400">
              <a:lnSpc>
                <a:spcPct val="100000"/>
              </a:lnSpc>
              <a:buNone/>
              <a:tabLst>
                <a:tab pos="0" algn="l"/>
              </a:tabLst>
            </a:pPr>
            <a:fld id="{24ECF17D-9CEB-468E-8B87-AE0243789FF4}" type="slidenum">
              <a:rPr lang="fr-FR" sz="1300" b="0" strike="noStrike" spc="-1">
                <a:solidFill>
                  <a:schemeClr val="dk2"/>
                </a:solidFill>
                <a:latin typeface="Mulish"/>
                <a:ea typeface="Mulish"/>
              </a:rPr>
              <a:t>4</a:t>
            </a:fld>
            <a:endParaRPr lang="en-US" sz="1300" b="0" strike="noStrike" spc="-1">
              <a:solidFill>
                <a:srgbClr val="000000"/>
              </a:solidFill>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723960" y="678873"/>
            <a:ext cx="4850185" cy="637309"/>
          </a:xfrm>
          <a:prstGeom prst="rect">
            <a:avLst/>
          </a:prstGeom>
          <a:noFill/>
          <a:ln w="0">
            <a:noFill/>
          </a:ln>
        </p:spPr>
        <p:txBody>
          <a:bodyPr lIns="91440" tIns="91440" rIns="91440" bIns="91440" anchor="b">
            <a:noAutofit/>
          </a:bodyPr>
          <a:lstStyle/>
          <a:p>
            <a:pPr indent="0">
              <a:lnSpc>
                <a:spcPct val="100000"/>
              </a:lnSpc>
              <a:buNone/>
              <a:tabLst>
                <a:tab pos="0" algn="l"/>
              </a:tabLst>
            </a:pPr>
            <a:r>
              <a:rPr lang="en" sz="4000" b="1" strike="noStrike" spc="-1" dirty="0">
                <a:solidFill>
                  <a:schemeClr val="dk1"/>
                </a:solidFill>
                <a:latin typeface="Quicksand"/>
                <a:ea typeface="Quicksand"/>
              </a:rPr>
              <a:t>Objectives and Goals</a:t>
            </a:r>
            <a:endParaRPr lang="fr-FR" sz="4000" b="0" strike="noStrike" spc="-1" dirty="0">
              <a:solidFill>
                <a:schemeClr val="dk1"/>
              </a:solidFill>
              <a:latin typeface="Arial"/>
            </a:endParaRPr>
          </a:p>
        </p:txBody>
      </p:sp>
      <p:sp>
        <p:nvSpPr>
          <p:cNvPr id="210" name="PlaceHolder 2"/>
          <p:cNvSpPr>
            <a:spLocks noGrp="1"/>
          </p:cNvSpPr>
          <p:nvPr>
            <p:ph type="subTitle"/>
          </p:nvPr>
        </p:nvSpPr>
        <p:spPr>
          <a:xfrm>
            <a:off x="277091" y="1348509"/>
            <a:ext cx="8562109" cy="2642091"/>
          </a:xfrm>
          <a:prstGeom prst="rect">
            <a:avLst/>
          </a:prstGeom>
          <a:noFill/>
          <a:ln w="0">
            <a:noFill/>
          </a:ln>
        </p:spPr>
        <p:txBody>
          <a:bodyPr lIns="91440" tIns="91440" rIns="91440" bIns="91440" anchor="t">
            <a:noAutofit/>
          </a:bodyPr>
          <a:lstStyle/>
          <a:p>
            <a:pPr marL="514350" indent="-285750">
              <a:lnSpc>
                <a:spcPct val="100000"/>
              </a:lnSpc>
              <a:spcAft>
                <a:spcPts val="1599"/>
              </a:spcAft>
              <a:buFont typeface="Wingdings" panose="05000000000000000000" pitchFamily="2" charset="2"/>
              <a:buChar char="§"/>
              <a:tabLst>
                <a:tab pos="0" algn="l"/>
              </a:tabLst>
            </a:pPr>
            <a:r>
              <a:rPr lang="en" sz="1400" b="0" strike="noStrike" spc="-1" dirty="0">
                <a:solidFill>
                  <a:schemeClr val="dk1"/>
                </a:solidFill>
                <a:latin typeface="Mulish"/>
                <a:ea typeface="Mulish"/>
              </a:rPr>
              <a:t>A</a:t>
            </a:r>
            <a:r>
              <a:rPr lang="en" sz="1400" spc="-1" dirty="0">
                <a:solidFill>
                  <a:schemeClr val="dk1"/>
                </a:solidFill>
                <a:latin typeface="Mulish"/>
                <a:ea typeface="Mulish"/>
              </a:rPr>
              <a:t>utomate the price comparision process.</a:t>
            </a:r>
          </a:p>
          <a:p>
            <a:pPr marL="514350" indent="-285750">
              <a:lnSpc>
                <a:spcPct val="100000"/>
              </a:lnSpc>
              <a:spcAft>
                <a:spcPts val="1599"/>
              </a:spcAft>
              <a:buFont typeface="Wingdings" panose="05000000000000000000" pitchFamily="2" charset="2"/>
              <a:buChar char="§"/>
              <a:tabLst>
                <a:tab pos="0" algn="l"/>
              </a:tabLst>
            </a:pPr>
            <a:r>
              <a:rPr lang="en" sz="1400" spc="-1" dirty="0">
                <a:solidFill>
                  <a:schemeClr val="dk1"/>
                </a:solidFill>
                <a:latin typeface="Mulish"/>
                <a:ea typeface="Mulish"/>
              </a:rPr>
              <a:t>Help consumers identify the best price for a product.</a:t>
            </a:r>
          </a:p>
          <a:p>
            <a:pPr marL="514350" indent="-285750">
              <a:lnSpc>
                <a:spcPct val="100000"/>
              </a:lnSpc>
              <a:spcAft>
                <a:spcPts val="1599"/>
              </a:spcAft>
              <a:buFont typeface="Wingdings" panose="05000000000000000000" pitchFamily="2" charset="2"/>
              <a:buChar char="§"/>
              <a:tabLst>
                <a:tab pos="0" algn="l"/>
              </a:tabLst>
            </a:pPr>
            <a:r>
              <a:rPr lang="en" sz="1400" spc="-1" dirty="0">
                <a:solidFill>
                  <a:schemeClr val="dk1"/>
                </a:solidFill>
                <a:latin typeface="Mulish"/>
                <a:ea typeface="Mulish"/>
              </a:rPr>
              <a:t>Provide a simple and fast tool to search multiple websites at once.</a:t>
            </a:r>
          </a:p>
          <a:p>
            <a:pPr marL="514350" indent="-285750">
              <a:lnSpc>
                <a:spcPct val="100000"/>
              </a:lnSpc>
              <a:spcAft>
                <a:spcPts val="1599"/>
              </a:spcAft>
              <a:buFont typeface="Wingdings" panose="05000000000000000000" pitchFamily="2" charset="2"/>
              <a:buChar char="§"/>
              <a:tabLst>
                <a:tab pos="0" algn="l"/>
              </a:tabLst>
            </a:pPr>
            <a:r>
              <a:rPr lang="en" sz="1400" spc="-1" dirty="0">
                <a:solidFill>
                  <a:schemeClr val="dk1"/>
                </a:solidFill>
                <a:latin typeface="Mulish"/>
                <a:ea typeface="Mulish"/>
              </a:rPr>
              <a:t>Demonstrate the use of web scraping and browser automation.</a:t>
            </a:r>
          </a:p>
          <a:p>
            <a:pPr marL="514350" indent="-285750">
              <a:lnSpc>
                <a:spcPct val="100000"/>
              </a:lnSpc>
              <a:spcAft>
                <a:spcPts val="1599"/>
              </a:spcAft>
              <a:buFont typeface="Wingdings" panose="05000000000000000000" pitchFamily="2" charset="2"/>
              <a:buChar char="§"/>
              <a:tabLst>
                <a:tab pos="0" algn="l"/>
              </a:tabLst>
            </a:pPr>
            <a:r>
              <a:rPr lang="en" sz="1400" b="0" strike="noStrike" spc="-1" dirty="0">
                <a:solidFill>
                  <a:schemeClr val="dk1"/>
                </a:solidFill>
                <a:latin typeface="Mulish"/>
                <a:ea typeface="Mulish"/>
              </a:rPr>
              <a:t>The primary objectives of the bot include providing users with the ability to easily compare prices across different e-commerce sites, enhancing shopping efficiency, and saving time and money on purchases. Additionally, the bot aims to aggregate customer reviews and product ratings to assist in informed buying decision</a:t>
            </a:r>
            <a:r>
              <a:rPr lang="en" sz="1400" spc="-1" dirty="0">
                <a:solidFill>
                  <a:schemeClr val="dk1"/>
                </a:solidFill>
                <a:latin typeface="Mulish"/>
                <a:ea typeface="Mulish"/>
              </a:rPr>
              <a:t>s.</a:t>
            </a:r>
          </a:p>
        </p:txBody>
      </p:sp>
      <p:sp>
        <p:nvSpPr>
          <p:cNvPr id="211" name="PlaceHolder 3"/>
          <p:cNvSpPr>
            <a:spLocks noGrp="1"/>
          </p:cNvSpPr>
          <p:nvPr>
            <p:ph type="sldNum" idx="25"/>
          </p:nvPr>
        </p:nvSpPr>
        <p:spPr>
          <a:xfrm>
            <a:off x="4295880" y="4600440"/>
            <a:ext cx="552240" cy="316620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fr-FR" sz="1300" b="0" strike="noStrike" spc="-1">
                <a:solidFill>
                  <a:schemeClr val="dk2"/>
                </a:solidFill>
                <a:latin typeface="Mulish"/>
                <a:ea typeface="Mulish"/>
              </a:defRPr>
            </a:lvl1pPr>
          </a:lstStyle>
          <a:p>
            <a:pPr indent="0" algn="ctr" defTabSz="914400">
              <a:lnSpc>
                <a:spcPct val="100000"/>
              </a:lnSpc>
              <a:buNone/>
              <a:tabLst>
                <a:tab pos="0" algn="l"/>
              </a:tabLst>
            </a:pPr>
            <a:fld id="{44505C2B-C5D8-4227-A7A3-B10A6801A110}" type="slidenum">
              <a:rPr lang="fr-FR" sz="1300" b="0" strike="noStrike" spc="-1">
                <a:solidFill>
                  <a:schemeClr val="dk2"/>
                </a:solidFill>
                <a:latin typeface="Mulish"/>
                <a:ea typeface="Mulish"/>
              </a:rPr>
              <a:t>5</a:t>
            </a:fld>
            <a:endParaRPr lang="en-US" sz="1300" b="0" strike="noStrike" spc="-1">
              <a:solidFill>
                <a:srgbClr val="000000"/>
              </a:solidFill>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723960" y="447840"/>
            <a:ext cx="7705440" cy="57132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4000" b="1" strike="noStrike" spc="-1" dirty="0">
                <a:solidFill>
                  <a:schemeClr val="dk1"/>
                </a:solidFill>
                <a:latin typeface="Quicksand"/>
                <a:ea typeface="Quicksand"/>
              </a:rPr>
              <a:t>Target Audience</a:t>
            </a:r>
            <a:endParaRPr lang="fr-FR" sz="4000" b="0" strike="noStrike" spc="-1" dirty="0">
              <a:solidFill>
                <a:schemeClr val="dk1"/>
              </a:solidFill>
              <a:latin typeface="Arial"/>
            </a:endParaRPr>
          </a:p>
        </p:txBody>
      </p:sp>
      <p:sp>
        <p:nvSpPr>
          <p:cNvPr id="213" name="PlaceHolder 2"/>
          <p:cNvSpPr>
            <a:spLocks noGrp="1"/>
          </p:cNvSpPr>
          <p:nvPr>
            <p:ph/>
          </p:nvPr>
        </p:nvSpPr>
        <p:spPr>
          <a:xfrm>
            <a:off x="723960" y="1219320"/>
            <a:ext cx="7705440" cy="3228480"/>
          </a:xfrm>
          <a:prstGeom prst="rect">
            <a:avLst/>
          </a:prstGeom>
          <a:noFill/>
          <a:ln w="0">
            <a:noFill/>
          </a:ln>
        </p:spPr>
        <p:txBody>
          <a:bodyPr lIns="91440" tIns="91440" rIns="91440" bIns="91440" anchor="t">
            <a:normAutofit/>
          </a:bodyPr>
          <a:lstStyle/>
          <a:p>
            <a:pPr marL="457200" indent="-314280" algn="just">
              <a:lnSpc>
                <a:spcPct val="100000"/>
              </a:lnSpc>
              <a:buFont typeface="Wingdings" panose="05000000000000000000" pitchFamily="2" charset="2"/>
              <a:buChar char="§"/>
              <a:tabLst>
                <a:tab pos="0" algn="l"/>
              </a:tabLst>
            </a:pPr>
            <a:r>
              <a:rPr lang="en" sz="1400" spc="-1" dirty="0">
                <a:solidFill>
                  <a:schemeClr val="dk1"/>
                </a:solidFill>
                <a:latin typeface="Mulish"/>
                <a:ea typeface="Mulish"/>
              </a:rPr>
              <a:t>Online shoppers looking to save money.</a:t>
            </a:r>
          </a:p>
          <a:p>
            <a:pPr marL="457200" indent="-314280" algn="just">
              <a:lnSpc>
                <a:spcPct val="100000"/>
              </a:lnSpc>
              <a:buFont typeface="Wingdings" panose="05000000000000000000" pitchFamily="2" charset="2"/>
              <a:buChar char="§"/>
              <a:tabLst>
                <a:tab pos="0" algn="l"/>
              </a:tabLst>
            </a:pPr>
            <a:endParaRPr lang="en" sz="1400" spc="-1" dirty="0">
              <a:solidFill>
                <a:schemeClr val="dk1"/>
              </a:solidFill>
              <a:latin typeface="Mulish"/>
              <a:ea typeface="Mulish"/>
            </a:endParaRPr>
          </a:p>
          <a:p>
            <a:pPr marL="457200" indent="-314280" algn="just">
              <a:lnSpc>
                <a:spcPct val="100000"/>
              </a:lnSpc>
              <a:buFont typeface="Wingdings" panose="05000000000000000000" pitchFamily="2" charset="2"/>
              <a:buChar char="§"/>
              <a:tabLst>
                <a:tab pos="0" algn="l"/>
              </a:tabLst>
            </a:pPr>
            <a:r>
              <a:rPr lang="en" sz="1400" b="0" strike="noStrike" spc="-1" dirty="0">
                <a:solidFill>
                  <a:schemeClr val="dk1"/>
                </a:solidFill>
                <a:latin typeface="Mulish"/>
                <a:ea typeface="Mulish"/>
              </a:rPr>
              <a:t>Student and developers interested in automation.</a:t>
            </a:r>
          </a:p>
          <a:p>
            <a:pPr marL="457200" indent="-314280" algn="just">
              <a:lnSpc>
                <a:spcPct val="100000"/>
              </a:lnSpc>
              <a:buFont typeface="Wingdings" panose="05000000000000000000" pitchFamily="2" charset="2"/>
              <a:buChar char="§"/>
              <a:tabLst>
                <a:tab pos="0" algn="l"/>
              </a:tabLst>
            </a:pPr>
            <a:endParaRPr lang="en" sz="1400" b="0" strike="noStrike" spc="-1" dirty="0">
              <a:solidFill>
                <a:schemeClr val="dk1"/>
              </a:solidFill>
              <a:latin typeface="Mulish"/>
              <a:ea typeface="Mulish"/>
            </a:endParaRPr>
          </a:p>
          <a:p>
            <a:pPr marL="457200" indent="-314280" algn="just">
              <a:lnSpc>
                <a:spcPct val="100000"/>
              </a:lnSpc>
              <a:buFont typeface="Wingdings" panose="05000000000000000000" pitchFamily="2" charset="2"/>
              <a:buChar char="§"/>
              <a:tabLst>
                <a:tab pos="0" algn="l"/>
              </a:tabLst>
            </a:pPr>
            <a:r>
              <a:rPr lang="en" sz="1400" spc="-1" dirty="0">
                <a:solidFill>
                  <a:schemeClr val="dk1"/>
                </a:solidFill>
                <a:latin typeface="Mulish"/>
                <a:ea typeface="Mulish"/>
              </a:rPr>
              <a:t>Price comparison sites or apps seeking automation modules.</a:t>
            </a:r>
          </a:p>
          <a:p>
            <a:pPr marL="457200" indent="-314280" algn="just">
              <a:lnSpc>
                <a:spcPct val="100000"/>
              </a:lnSpc>
              <a:buFont typeface="Wingdings" panose="05000000000000000000" pitchFamily="2" charset="2"/>
              <a:buChar char="§"/>
              <a:tabLst>
                <a:tab pos="0" algn="l"/>
              </a:tabLst>
            </a:pPr>
            <a:endParaRPr lang="en" sz="1400" spc="-1" dirty="0">
              <a:solidFill>
                <a:schemeClr val="dk1"/>
              </a:solidFill>
              <a:latin typeface="Mulish"/>
              <a:ea typeface="Mulish"/>
            </a:endParaRPr>
          </a:p>
          <a:p>
            <a:pPr marL="457200" indent="-314280" algn="just">
              <a:lnSpc>
                <a:spcPct val="100000"/>
              </a:lnSpc>
              <a:buFont typeface="Wingdings" panose="05000000000000000000" pitchFamily="2" charset="2"/>
              <a:buChar char="§"/>
              <a:tabLst>
                <a:tab pos="0" algn="l"/>
              </a:tabLst>
            </a:pPr>
            <a:r>
              <a:rPr lang="en" sz="1400" b="0" strike="noStrike" spc="-1" dirty="0">
                <a:solidFill>
                  <a:schemeClr val="dk1"/>
                </a:solidFill>
                <a:latin typeface="Mulish"/>
                <a:ea typeface="Mulish"/>
              </a:rPr>
              <a:t>E-commerce analysts researching pricing patterns.</a:t>
            </a:r>
          </a:p>
          <a:p>
            <a:pPr marL="142920" algn="just">
              <a:lnSpc>
                <a:spcPct val="100000"/>
              </a:lnSpc>
              <a:tabLst>
                <a:tab pos="0" algn="l"/>
              </a:tabLst>
            </a:pPr>
            <a:endParaRPr lang="en" sz="1400" b="0" strike="noStrike" spc="-1" dirty="0">
              <a:solidFill>
                <a:schemeClr val="dk1"/>
              </a:solidFill>
              <a:latin typeface="Mulish"/>
              <a:ea typeface="Mulish"/>
            </a:endParaRPr>
          </a:p>
          <a:p>
            <a:pPr marL="457200" indent="-314280" algn="just">
              <a:lnSpc>
                <a:spcPct val="100000"/>
              </a:lnSpc>
              <a:buFont typeface="Wingdings" panose="05000000000000000000" pitchFamily="2" charset="2"/>
              <a:buChar char="§"/>
              <a:tabLst>
                <a:tab pos="0" algn="l"/>
              </a:tabLst>
            </a:pPr>
            <a:r>
              <a:rPr lang="en" sz="1400" spc="-1" dirty="0">
                <a:solidFill>
                  <a:schemeClr val="dk1"/>
                </a:solidFill>
                <a:latin typeface="Mulish"/>
                <a:ea typeface="Mulish"/>
              </a:rPr>
              <a:t>T</a:t>
            </a:r>
            <a:r>
              <a:rPr lang="en" sz="1400" b="0" strike="noStrike" spc="-1" dirty="0">
                <a:solidFill>
                  <a:schemeClr val="dk1"/>
                </a:solidFill>
                <a:latin typeface="Mulish"/>
                <a:ea typeface="Mulish"/>
              </a:rPr>
              <a:t>he target audience for the E-commerce Price Comparison Bot includes tech-savvy shoppers, budget-conscious consumers, and e-commerce enthusiasts looking for the best deals. Furthermore, businesses aiming to integrate price comparison functionalities into their platforms may find the bot's capabilities valuable for enhancing user experience.</a:t>
            </a:r>
            <a:endParaRPr lang="fr-FR" sz="1400" b="0" strike="noStrike" spc="-1" dirty="0">
              <a:solidFill>
                <a:srgbClr val="000000"/>
              </a:solidFill>
              <a:latin typeface="Arial"/>
            </a:endParaRPr>
          </a:p>
        </p:txBody>
      </p:sp>
      <p:sp>
        <p:nvSpPr>
          <p:cNvPr id="214" name="PlaceHolder 3"/>
          <p:cNvSpPr>
            <a:spLocks noGrp="1"/>
          </p:cNvSpPr>
          <p:nvPr>
            <p:ph type="sldNum" idx="26"/>
          </p:nvPr>
        </p:nvSpPr>
        <p:spPr>
          <a:xfrm>
            <a:off x="4295880" y="4600440"/>
            <a:ext cx="552240" cy="316620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fr-FR" sz="1300" b="0" strike="noStrike" spc="-1">
                <a:solidFill>
                  <a:schemeClr val="dk2"/>
                </a:solidFill>
                <a:latin typeface="Mulish"/>
                <a:ea typeface="Mulish"/>
              </a:defRPr>
            </a:lvl1pPr>
          </a:lstStyle>
          <a:p>
            <a:pPr indent="0" algn="ctr" defTabSz="914400">
              <a:lnSpc>
                <a:spcPct val="100000"/>
              </a:lnSpc>
              <a:buNone/>
              <a:tabLst>
                <a:tab pos="0" algn="l"/>
              </a:tabLst>
            </a:pPr>
            <a:fld id="{8B7DB525-7DB6-41E1-939D-DCB00BAEEC93}" type="slidenum">
              <a:rPr lang="fr-FR" sz="1300" b="0" strike="noStrike" spc="-1">
                <a:solidFill>
                  <a:schemeClr val="dk2"/>
                </a:solidFill>
                <a:latin typeface="Mulish"/>
                <a:ea typeface="Mulish"/>
              </a:rPr>
              <a:t>6</a:t>
            </a:fld>
            <a:endParaRPr lang="en-US" sz="1300" b="0" strike="noStrike" spc="-1">
              <a:solidFill>
                <a:srgbClr val="000000"/>
              </a:solidFill>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D784A-45D0-6748-C8C1-01A9837EC344}"/>
            </a:ext>
          </a:extLst>
        </p:cNvPr>
        <p:cNvGrpSpPr/>
        <p:nvPr/>
      </p:nvGrpSpPr>
      <p:grpSpPr>
        <a:xfrm>
          <a:off x="0" y="0"/>
          <a:ext cx="0" cy="0"/>
          <a:chOff x="0" y="0"/>
          <a:chExt cx="0" cy="0"/>
        </a:xfrm>
      </p:grpSpPr>
      <p:sp>
        <p:nvSpPr>
          <p:cNvPr id="212" name="PlaceHolder 1">
            <a:extLst>
              <a:ext uri="{FF2B5EF4-FFF2-40B4-BE49-F238E27FC236}">
                <a16:creationId xmlns:a16="http://schemas.microsoft.com/office/drawing/2014/main" id="{67F02E56-D6AB-152D-446E-8A08E15339E5}"/>
              </a:ext>
            </a:extLst>
          </p:cNvPr>
          <p:cNvSpPr>
            <a:spLocks noGrp="1"/>
          </p:cNvSpPr>
          <p:nvPr>
            <p:ph type="title"/>
          </p:nvPr>
        </p:nvSpPr>
        <p:spPr>
          <a:xfrm>
            <a:off x="723960" y="447840"/>
            <a:ext cx="7705440" cy="571320"/>
          </a:xfrm>
          <a:prstGeom prst="rect">
            <a:avLst/>
          </a:prstGeom>
          <a:noFill/>
          <a:ln w="0">
            <a:noFill/>
          </a:ln>
        </p:spPr>
        <p:txBody>
          <a:bodyPr lIns="91440" tIns="91440" rIns="91440" bIns="91440" anchor="t">
            <a:noAutofit/>
          </a:bodyPr>
          <a:lstStyle/>
          <a:p>
            <a:pPr indent="0">
              <a:lnSpc>
                <a:spcPct val="100000"/>
              </a:lnSpc>
              <a:buNone/>
              <a:tabLst>
                <a:tab pos="0" algn="l"/>
              </a:tabLst>
            </a:pPr>
            <a:r>
              <a:rPr lang="fr-FR" sz="4000" b="1" strike="noStrike" spc="-1" dirty="0" err="1">
                <a:solidFill>
                  <a:schemeClr val="dk1"/>
                </a:solidFill>
                <a:latin typeface="Arial"/>
              </a:rPr>
              <a:t>Technical</a:t>
            </a:r>
            <a:r>
              <a:rPr lang="fr-FR" sz="4000" b="1" strike="noStrike" spc="-1" dirty="0">
                <a:solidFill>
                  <a:schemeClr val="dk1"/>
                </a:solidFill>
                <a:latin typeface="Arial"/>
              </a:rPr>
              <a:t> Architecture</a:t>
            </a:r>
          </a:p>
        </p:txBody>
      </p:sp>
      <p:sp>
        <p:nvSpPr>
          <p:cNvPr id="213" name="PlaceHolder 2">
            <a:extLst>
              <a:ext uri="{FF2B5EF4-FFF2-40B4-BE49-F238E27FC236}">
                <a16:creationId xmlns:a16="http://schemas.microsoft.com/office/drawing/2014/main" id="{63C1CA71-7E0D-8B76-01A3-AA2241E2C2FC}"/>
              </a:ext>
            </a:extLst>
          </p:cNvPr>
          <p:cNvSpPr>
            <a:spLocks noGrp="1"/>
          </p:cNvSpPr>
          <p:nvPr>
            <p:ph/>
          </p:nvPr>
        </p:nvSpPr>
        <p:spPr>
          <a:xfrm>
            <a:off x="723960" y="1219320"/>
            <a:ext cx="7705440" cy="3228480"/>
          </a:xfrm>
          <a:prstGeom prst="rect">
            <a:avLst/>
          </a:prstGeom>
          <a:noFill/>
          <a:ln w="0">
            <a:noFill/>
          </a:ln>
        </p:spPr>
        <p:txBody>
          <a:bodyPr lIns="91440" tIns="91440" rIns="91440" bIns="91440" anchor="t">
            <a:normAutofit/>
          </a:bodyPr>
          <a:lstStyle/>
          <a:p>
            <a:pPr marL="142920" algn="just">
              <a:lnSpc>
                <a:spcPct val="100000"/>
              </a:lnSpc>
              <a:tabLst>
                <a:tab pos="0" algn="l"/>
              </a:tabLst>
            </a:pPr>
            <a:endParaRPr lang="en" sz="1400" b="0" strike="noStrike" spc="-1" dirty="0">
              <a:solidFill>
                <a:schemeClr val="dk1"/>
              </a:solidFill>
              <a:latin typeface="Mulish"/>
              <a:ea typeface="Mulish"/>
            </a:endParaRPr>
          </a:p>
          <a:p>
            <a:pPr marL="428670" indent="-285750" algn="just">
              <a:lnSpc>
                <a:spcPct val="100000"/>
              </a:lnSpc>
              <a:buFont typeface="Wingdings" panose="05000000000000000000" pitchFamily="2" charset="2"/>
              <a:buChar char="§"/>
              <a:tabLst>
                <a:tab pos="0" algn="l"/>
              </a:tabLst>
            </a:pPr>
            <a:r>
              <a:rPr lang="en" sz="2000" b="1" spc="-1" dirty="0">
                <a:solidFill>
                  <a:schemeClr val="dk1"/>
                </a:solidFill>
                <a:latin typeface="Mulish"/>
                <a:ea typeface="Mulish"/>
              </a:rPr>
              <a:t>T</a:t>
            </a:r>
            <a:r>
              <a:rPr lang="en" sz="2000" b="1" strike="noStrike" spc="-1" dirty="0">
                <a:solidFill>
                  <a:schemeClr val="dk1"/>
                </a:solidFill>
                <a:latin typeface="Mulish"/>
                <a:ea typeface="Mulish"/>
              </a:rPr>
              <a:t>he target </a:t>
            </a:r>
            <a:r>
              <a:rPr lang="en-US" sz="2000" b="1" strike="noStrike" spc="-1" dirty="0">
                <a:solidFill>
                  <a:schemeClr val="dk1"/>
                </a:solidFill>
                <a:latin typeface="Mulish"/>
                <a:ea typeface="Mulish"/>
              </a:rPr>
              <a:t>User Input Layer:</a:t>
            </a:r>
            <a:r>
              <a:rPr lang="en-US" sz="2000" b="0" strike="noStrike" spc="-1" dirty="0">
                <a:solidFill>
                  <a:schemeClr val="dk1"/>
                </a:solidFill>
                <a:latin typeface="Mulish"/>
                <a:ea typeface="Mulish"/>
              </a:rPr>
              <a:t> Command-line input to enter product name.</a:t>
            </a:r>
          </a:p>
          <a:p>
            <a:pPr marL="428670" indent="-285750" algn="just">
              <a:lnSpc>
                <a:spcPct val="100000"/>
              </a:lnSpc>
              <a:buFont typeface="Wingdings" panose="05000000000000000000" pitchFamily="2" charset="2"/>
              <a:buChar char="§"/>
              <a:tabLst>
                <a:tab pos="0" algn="l"/>
              </a:tabLst>
            </a:pPr>
            <a:r>
              <a:rPr lang="en-US" sz="2000" b="1" strike="noStrike" spc="-1" dirty="0">
                <a:solidFill>
                  <a:schemeClr val="dk1"/>
                </a:solidFill>
                <a:latin typeface="Mulish"/>
                <a:ea typeface="Mulish"/>
              </a:rPr>
              <a:t>Automation Layer: </a:t>
            </a:r>
            <a:r>
              <a:rPr lang="en-US" sz="2000" b="0" strike="noStrike" spc="-1" dirty="0">
                <a:solidFill>
                  <a:schemeClr val="dk1"/>
                </a:solidFill>
                <a:latin typeface="Mulish"/>
                <a:ea typeface="Mulish"/>
              </a:rPr>
              <a:t>Selenium WebDriver simulates user activity.</a:t>
            </a:r>
          </a:p>
          <a:p>
            <a:pPr marL="428670" indent="-285750" algn="just">
              <a:lnSpc>
                <a:spcPct val="100000"/>
              </a:lnSpc>
              <a:buFont typeface="Wingdings" panose="05000000000000000000" pitchFamily="2" charset="2"/>
              <a:buChar char="§"/>
              <a:tabLst>
                <a:tab pos="0" algn="l"/>
              </a:tabLst>
            </a:pPr>
            <a:r>
              <a:rPr lang="en-US" sz="2000" b="1" strike="noStrike" spc="-1" dirty="0">
                <a:solidFill>
                  <a:schemeClr val="dk1"/>
                </a:solidFill>
                <a:latin typeface="Mulish"/>
                <a:ea typeface="Mulish"/>
              </a:rPr>
              <a:t>Scraping Layer: </a:t>
            </a:r>
            <a:r>
              <a:rPr lang="en-US" sz="2000" b="0" strike="noStrike" spc="-1" dirty="0">
                <a:solidFill>
                  <a:schemeClr val="dk1"/>
                </a:solidFill>
                <a:latin typeface="Mulish"/>
                <a:ea typeface="Mulish"/>
              </a:rPr>
              <a:t>Extracts price and product name from the site.</a:t>
            </a:r>
          </a:p>
          <a:p>
            <a:pPr marL="428670" indent="-285750" algn="just">
              <a:lnSpc>
                <a:spcPct val="100000"/>
              </a:lnSpc>
              <a:buFont typeface="Wingdings" panose="05000000000000000000" pitchFamily="2" charset="2"/>
              <a:buChar char="§"/>
              <a:tabLst>
                <a:tab pos="0" algn="l"/>
              </a:tabLst>
            </a:pPr>
            <a:r>
              <a:rPr lang="en-US" sz="2000" b="1" strike="noStrike" spc="-1" dirty="0">
                <a:solidFill>
                  <a:schemeClr val="dk1"/>
                </a:solidFill>
                <a:latin typeface="Mulish"/>
                <a:ea typeface="Mulish"/>
              </a:rPr>
              <a:t>Output Layer: </a:t>
            </a:r>
            <a:r>
              <a:rPr lang="en-US" sz="2000" b="0" strike="noStrike" spc="-1" dirty="0">
                <a:solidFill>
                  <a:schemeClr val="dk1"/>
                </a:solidFill>
                <a:latin typeface="Mulish"/>
                <a:ea typeface="Mulish"/>
              </a:rPr>
              <a:t>Displays formatted results in the console.</a:t>
            </a:r>
            <a:endParaRPr lang="fr-FR" sz="2000" b="0" strike="noStrike" spc="-1" dirty="0">
              <a:solidFill>
                <a:srgbClr val="000000"/>
              </a:solidFill>
              <a:latin typeface="Arial"/>
            </a:endParaRPr>
          </a:p>
        </p:txBody>
      </p:sp>
      <p:sp>
        <p:nvSpPr>
          <p:cNvPr id="214" name="PlaceHolder 3">
            <a:extLst>
              <a:ext uri="{FF2B5EF4-FFF2-40B4-BE49-F238E27FC236}">
                <a16:creationId xmlns:a16="http://schemas.microsoft.com/office/drawing/2014/main" id="{AE079BE7-E597-C3CB-7B9F-0C2151E46C08}"/>
              </a:ext>
            </a:extLst>
          </p:cNvPr>
          <p:cNvSpPr>
            <a:spLocks noGrp="1"/>
          </p:cNvSpPr>
          <p:nvPr>
            <p:ph type="sldNum" idx="26"/>
          </p:nvPr>
        </p:nvSpPr>
        <p:spPr>
          <a:xfrm>
            <a:off x="4295880" y="4600440"/>
            <a:ext cx="552240" cy="316620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fr-FR" sz="1300" b="0" strike="noStrike" spc="-1">
                <a:solidFill>
                  <a:schemeClr val="dk2"/>
                </a:solidFill>
                <a:latin typeface="Mulish"/>
                <a:ea typeface="Mulish"/>
              </a:defRPr>
            </a:lvl1pPr>
          </a:lstStyle>
          <a:p>
            <a:pPr indent="0" algn="ctr" defTabSz="914400">
              <a:lnSpc>
                <a:spcPct val="100000"/>
              </a:lnSpc>
              <a:buNone/>
              <a:tabLst>
                <a:tab pos="0" algn="l"/>
              </a:tabLst>
            </a:pPr>
            <a:fld id="{8B7DB525-7DB6-41E1-939D-DCB00BAEEC93}" type="slidenum">
              <a:rPr lang="fr-FR" sz="1300" b="0" strike="noStrike" spc="-1">
                <a:solidFill>
                  <a:schemeClr val="dk2"/>
                </a:solidFill>
                <a:latin typeface="Mulish"/>
                <a:ea typeface="Mulish"/>
              </a:rPr>
              <a:t>7</a:t>
            </a:fld>
            <a:endParaRPr lang="en-US" sz="1300" b="0" strike="noStrike" spc="-1">
              <a:solidFill>
                <a:srgbClr val="000000"/>
              </a:solidFill>
              <a:latin typeface="OpenSymbol"/>
            </a:endParaRPr>
          </a:p>
        </p:txBody>
      </p:sp>
    </p:spTree>
    <p:extLst>
      <p:ext uri="{BB962C8B-B14F-4D97-AF65-F5344CB8AC3E}">
        <p14:creationId xmlns:p14="http://schemas.microsoft.com/office/powerpoint/2010/main" val="1868680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220005" y="399750"/>
            <a:ext cx="4323380" cy="91586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2400" b="1" strike="noStrike" spc="-1" dirty="0">
                <a:solidFill>
                  <a:schemeClr val="dk1"/>
                </a:solidFill>
                <a:latin typeface="Quicksand"/>
                <a:ea typeface="Quicksand"/>
              </a:rPr>
              <a:t>Framework and  Technologies </a:t>
            </a:r>
            <a:br>
              <a:rPr lang="en" sz="2400" b="1" strike="noStrike" spc="-1" dirty="0">
                <a:solidFill>
                  <a:schemeClr val="dk1"/>
                </a:solidFill>
                <a:latin typeface="Quicksand"/>
                <a:ea typeface="Quicksand"/>
              </a:rPr>
            </a:br>
            <a:r>
              <a:rPr lang="en" sz="2400" b="1" strike="noStrike" spc="-1" dirty="0">
                <a:solidFill>
                  <a:schemeClr val="dk1"/>
                </a:solidFill>
                <a:latin typeface="Quicksand"/>
                <a:ea typeface="Quicksand"/>
              </a:rPr>
              <a:t>Used:</a:t>
            </a:r>
            <a:endParaRPr lang="fr-FR" sz="2400" b="0" strike="noStrike" spc="-1" dirty="0">
              <a:solidFill>
                <a:schemeClr val="dk1"/>
              </a:solidFill>
              <a:latin typeface="Arial"/>
            </a:endParaRPr>
          </a:p>
        </p:txBody>
      </p:sp>
      <p:sp>
        <p:nvSpPr>
          <p:cNvPr id="224" name="PlaceHolder 2"/>
          <p:cNvSpPr>
            <a:spLocks noGrp="1"/>
          </p:cNvSpPr>
          <p:nvPr>
            <p:ph/>
          </p:nvPr>
        </p:nvSpPr>
        <p:spPr>
          <a:xfrm>
            <a:off x="220006" y="1219320"/>
            <a:ext cx="4351993" cy="3228480"/>
          </a:xfrm>
          <a:prstGeom prst="rect">
            <a:avLst/>
          </a:prstGeom>
          <a:noFill/>
          <a:ln w="0">
            <a:noFill/>
          </a:ln>
        </p:spPr>
        <p:txBody>
          <a:bodyPr lIns="91440" tIns="91440" rIns="91440" bIns="91440" anchor="t">
            <a:normAutofit/>
          </a:bodyPr>
          <a:lstStyle/>
          <a:p>
            <a:pPr marL="457200" indent="-314280">
              <a:lnSpc>
                <a:spcPct val="100000"/>
              </a:lnSpc>
              <a:buFont typeface="Wingdings" panose="05000000000000000000" pitchFamily="2" charset="2"/>
              <a:buChar char="§"/>
              <a:tabLst>
                <a:tab pos="0" algn="l"/>
              </a:tabLst>
            </a:pPr>
            <a:r>
              <a:rPr lang="en-US" sz="1600" b="1" strike="noStrike" spc="-1" dirty="0">
                <a:solidFill>
                  <a:schemeClr val="dk1"/>
                </a:solidFill>
                <a:latin typeface="Mulish"/>
                <a:ea typeface="Mulish"/>
              </a:rPr>
              <a:t>Python</a:t>
            </a:r>
            <a:r>
              <a:rPr lang="en-US" sz="1600" b="0" strike="noStrike" spc="-1" dirty="0">
                <a:solidFill>
                  <a:schemeClr val="dk1"/>
                </a:solidFill>
                <a:latin typeface="Mulish"/>
                <a:ea typeface="Mulish"/>
              </a:rPr>
              <a:t> – Programming language.</a:t>
            </a:r>
          </a:p>
          <a:p>
            <a:pPr marL="457200" indent="-314280">
              <a:lnSpc>
                <a:spcPct val="100000"/>
              </a:lnSpc>
              <a:buFont typeface="Wingdings" panose="05000000000000000000" pitchFamily="2" charset="2"/>
              <a:buChar char="§"/>
              <a:tabLst>
                <a:tab pos="0" algn="l"/>
              </a:tabLst>
            </a:pPr>
            <a:r>
              <a:rPr lang="en-US" sz="1600" b="1" strike="noStrike" spc="-1" dirty="0">
                <a:solidFill>
                  <a:schemeClr val="dk1"/>
                </a:solidFill>
                <a:latin typeface="Mulish"/>
                <a:ea typeface="Mulish"/>
              </a:rPr>
              <a:t>Selenium</a:t>
            </a:r>
            <a:r>
              <a:rPr lang="en-US" sz="1600" b="0" strike="noStrike" spc="-1" dirty="0">
                <a:solidFill>
                  <a:schemeClr val="dk1"/>
                </a:solidFill>
                <a:latin typeface="Mulish"/>
                <a:ea typeface="Mulish"/>
              </a:rPr>
              <a:t> – Automation tool to control the browser.</a:t>
            </a:r>
          </a:p>
          <a:p>
            <a:pPr marL="457200" indent="-314280">
              <a:lnSpc>
                <a:spcPct val="100000"/>
              </a:lnSpc>
              <a:buFont typeface="Wingdings" panose="05000000000000000000" pitchFamily="2" charset="2"/>
              <a:buChar char="§"/>
              <a:tabLst>
                <a:tab pos="0" algn="l"/>
              </a:tabLst>
            </a:pPr>
            <a:r>
              <a:rPr lang="en-US" sz="1600" b="1" strike="noStrike" spc="-1" dirty="0">
                <a:solidFill>
                  <a:schemeClr val="dk1"/>
                </a:solidFill>
                <a:latin typeface="Mulish"/>
                <a:ea typeface="Mulish"/>
              </a:rPr>
              <a:t>Chrome Driver &amp; Web Driver Manager</a:t>
            </a:r>
            <a:r>
              <a:rPr lang="en-US" sz="1600" b="0" strike="noStrike" spc="-1" dirty="0">
                <a:solidFill>
                  <a:schemeClr val="dk1"/>
                </a:solidFill>
                <a:latin typeface="Mulish"/>
                <a:ea typeface="Mulish"/>
              </a:rPr>
              <a:t> – Browser drivers.</a:t>
            </a:r>
          </a:p>
          <a:p>
            <a:pPr marL="457200" indent="-314280">
              <a:lnSpc>
                <a:spcPct val="100000"/>
              </a:lnSpc>
              <a:buFont typeface="Wingdings" panose="05000000000000000000" pitchFamily="2" charset="2"/>
              <a:buChar char="§"/>
              <a:tabLst>
                <a:tab pos="0" algn="l"/>
              </a:tabLst>
            </a:pPr>
            <a:r>
              <a:rPr lang="en-US" sz="1600" b="1" strike="noStrike" spc="-1" dirty="0">
                <a:solidFill>
                  <a:schemeClr val="dk1"/>
                </a:solidFill>
                <a:latin typeface="Mulish"/>
                <a:ea typeface="Mulish"/>
              </a:rPr>
              <a:t>CSS Selectors / XPaths </a:t>
            </a:r>
            <a:r>
              <a:rPr lang="en-US" sz="1600" b="0" strike="noStrike" spc="-1" dirty="0">
                <a:solidFill>
                  <a:schemeClr val="dk1"/>
                </a:solidFill>
                <a:latin typeface="Mulish"/>
                <a:ea typeface="Mulish"/>
              </a:rPr>
              <a:t>– For navigating web elements.</a:t>
            </a:r>
          </a:p>
          <a:p>
            <a:pPr marL="457200" indent="-314280">
              <a:lnSpc>
                <a:spcPct val="100000"/>
              </a:lnSpc>
              <a:buFont typeface="Wingdings" panose="05000000000000000000" pitchFamily="2" charset="2"/>
              <a:buChar char="§"/>
              <a:tabLst>
                <a:tab pos="0" algn="l"/>
              </a:tabLst>
            </a:pPr>
            <a:r>
              <a:rPr lang="en-US" sz="1600" b="1" strike="noStrike" spc="-1" dirty="0">
                <a:solidFill>
                  <a:schemeClr val="dk1"/>
                </a:solidFill>
                <a:latin typeface="Mulish"/>
                <a:ea typeface="Mulish"/>
              </a:rPr>
              <a:t>Web Driver Wait </a:t>
            </a:r>
            <a:r>
              <a:rPr lang="en-US" sz="1600" b="0" strike="noStrike" spc="-1" dirty="0">
                <a:solidFill>
                  <a:schemeClr val="dk1"/>
                </a:solidFill>
                <a:latin typeface="Mulish"/>
                <a:ea typeface="Mulish"/>
              </a:rPr>
              <a:t>– For dynamic content loading.</a:t>
            </a:r>
          </a:p>
        </p:txBody>
      </p:sp>
      <p:sp>
        <p:nvSpPr>
          <p:cNvPr id="225" name="PlaceHolder 3"/>
          <p:cNvSpPr>
            <a:spLocks noGrp="1"/>
          </p:cNvSpPr>
          <p:nvPr>
            <p:ph type="sldNum" idx="28"/>
          </p:nvPr>
        </p:nvSpPr>
        <p:spPr>
          <a:xfrm>
            <a:off x="4295880" y="4600440"/>
            <a:ext cx="552240" cy="316620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fr-FR" sz="1300" b="0" strike="noStrike" spc="-1">
                <a:solidFill>
                  <a:schemeClr val="dk2"/>
                </a:solidFill>
                <a:latin typeface="Mulish"/>
                <a:ea typeface="Mulish"/>
              </a:defRPr>
            </a:lvl1pPr>
          </a:lstStyle>
          <a:p>
            <a:pPr indent="0" algn="ctr" defTabSz="914400">
              <a:lnSpc>
                <a:spcPct val="100000"/>
              </a:lnSpc>
              <a:buNone/>
              <a:tabLst>
                <a:tab pos="0" algn="l"/>
              </a:tabLst>
            </a:pPr>
            <a:fld id="{95446D6B-8FC6-4496-B123-F8A51F02D41E}" type="slidenum">
              <a:rPr lang="fr-FR" sz="1300" b="0" strike="noStrike" spc="-1">
                <a:solidFill>
                  <a:schemeClr val="dk2"/>
                </a:solidFill>
                <a:latin typeface="Mulish"/>
                <a:ea typeface="Mulish"/>
              </a:rPr>
              <a:t>8</a:t>
            </a:fld>
            <a:endParaRPr lang="en-US" sz="1300" b="0" strike="noStrike" spc="-1" dirty="0">
              <a:solidFill>
                <a:srgbClr val="000000"/>
              </a:solidFill>
              <a:latin typeface="OpenSymbol"/>
            </a:endParaRPr>
          </a:p>
        </p:txBody>
      </p:sp>
      <p:cxnSp>
        <p:nvCxnSpPr>
          <p:cNvPr id="8" name="Straight Connector 7">
            <a:extLst>
              <a:ext uri="{FF2B5EF4-FFF2-40B4-BE49-F238E27FC236}">
                <a16:creationId xmlns:a16="http://schemas.microsoft.com/office/drawing/2014/main" id="{2F8146BB-C8C0-4A9D-EB64-95968B7CB9BE}"/>
              </a:ext>
            </a:extLst>
          </p:cNvPr>
          <p:cNvCxnSpPr>
            <a:cxnSpLocks/>
            <a:stCxn id="225" idx="0"/>
          </p:cNvCxnSpPr>
          <p:nvPr/>
        </p:nvCxnSpPr>
        <p:spPr>
          <a:xfrm flipV="1">
            <a:off x="4572000" y="536265"/>
            <a:ext cx="0" cy="4064175"/>
          </a:xfrm>
          <a:prstGeom prst="line">
            <a:avLst/>
          </a:prstGeom>
          <a:ln>
            <a:solidFill>
              <a:schemeClr val="tx1">
                <a:lumMod val="60000"/>
                <a:lumOff val="4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D9B7C26-1018-5B87-FE8F-AAD1F40B3C3A}"/>
              </a:ext>
            </a:extLst>
          </p:cNvPr>
          <p:cNvSpPr txBox="1"/>
          <p:nvPr/>
        </p:nvSpPr>
        <p:spPr>
          <a:xfrm>
            <a:off x="4848120" y="447059"/>
            <a:ext cx="4572000" cy="523220"/>
          </a:xfrm>
          <a:prstGeom prst="rect">
            <a:avLst/>
          </a:prstGeom>
          <a:noFill/>
        </p:spPr>
        <p:txBody>
          <a:bodyPr wrap="square">
            <a:spAutoFit/>
          </a:bodyPr>
          <a:lstStyle/>
          <a:p>
            <a:r>
              <a:rPr lang="en" sz="2800" b="1" strike="noStrike" spc="-1" dirty="0">
                <a:solidFill>
                  <a:schemeClr val="dk1"/>
                </a:solidFill>
                <a:latin typeface="Quicksand"/>
                <a:ea typeface="Quicksand"/>
              </a:rPr>
              <a:t>Data Sources and APIs</a:t>
            </a:r>
            <a:endParaRPr lang="en-IN" sz="2800" dirty="0"/>
          </a:p>
        </p:txBody>
      </p:sp>
      <p:sp>
        <p:nvSpPr>
          <p:cNvPr id="14" name="TextBox 13">
            <a:extLst>
              <a:ext uri="{FF2B5EF4-FFF2-40B4-BE49-F238E27FC236}">
                <a16:creationId xmlns:a16="http://schemas.microsoft.com/office/drawing/2014/main" id="{AED3DB42-84DD-86CF-93C8-C698EA0B5E02}"/>
              </a:ext>
            </a:extLst>
          </p:cNvPr>
          <p:cNvSpPr txBox="1"/>
          <p:nvPr/>
        </p:nvSpPr>
        <p:spPr>
          <a:xfrm>
            <a:off x="4434496" y="1219320"/>
            <a:ext cx="4709504" cy="2646878"/>
          </a:xfrm>
          <a:prstGeom prst="rect">
            <a:avLst/>
          </a:prstGeom>
          <a:noFill/>
        </p:spPr>
        <p:txBody>
          <a:bodyPr wrap="square">
            <a:spAutoFit/>
          </a:bodyPr>
          <a:lstStyle/>
          <a:p>
            <a:pPr marL="514350" indent="-285750">
              <a:lnSpc>
                <a:spcPct val="100000"/>
              </a:lnSpc>
              <a:spcAft>
                <a:spcPts val="1599"/>
              </a:spcAft>
              <a:buFont typeface="Wingdings" panose="05000000000000000000" pitchFamily="2" charset="2"/>
              <a:buChar char="§"/>
              <a:tabLst>
                <a:tab pos="0" algn="l"/>
              </a:tabLst>
            </a:pPr>
            <a:r>
              <a:rPr lang="en-US" sz="1800" b="0" strike="noStrike" spc="-1" dirty="0">
                <a:solidFill>
                  <a:schemeClr val="tx1">
                    <a:lumMod val="75000"/>
                  </a:schemeClr>
                </a:solidFill>
                <a:latin typeface="Mulish"/>
                <a:ea typeface="Mulish"/>
              </a:rPr>
              <a:t>Flipkart.com – Product listings and prices.</a:t>
            </a:r>
          </a:p>
          <a:p>
            <a:pPr marL="514350" indent="-285750">
              <a:lnSpc>
                <a:spcPct val="100000"/>
              </a:lnSpc>
              <a:spcAft>
                <a:spcPts val="1599"/>
              </a:spcAft>
              <a:buFont typeface="Wingdings" panose="05000000000000000000" pitchFamily="2" charset="2"/>
              <a:buChar char="§"/>
              <a:tabLst>
                <a:tab pos="0" algn="l"/>
              </a:tabLst>
            </a:pPr>
            <a:r>
              <a:rPr lang="en-US" sz="1800" b="0" strike="noStrike" spc="-1" dirty="0">
                <a:solidFill>
                  <a:schemeClr val="tx1">
                    <a:lumMod val="75000"/>
                  </a:schemeClr>
                </a:solidFill>
                <a:latin typeface="Mulish"/>
                <a:ea typeface="Mulish"/>
              </a:rPr>
              <a:t>Amazon.in – Official Amazon India storefront.</a:t>
            </a:r>
          </a:p>
          <a:p>
            <a:pPr marL="514350" indent="-285750">
              <a:lnSpc>
                <a:spcPct val="100000"/>
              </a:lnSpc>
              <a:spcAft>
                <a:spcPts val="1599"/>
              </a:spcAft>
              <a:buFont typeface="Wingdings" panose="05000000000000000000" pitchFamily="2" charset="2"/>
              <a:buChar char="§"/>
              <a:tabLst>
                <a:tab pos="0" algn="l"/>
              </a:tabLst>
            </a:pPr>
            <a:r>
              <a:rPr lang="en-US" sz="1800" b="0" strike="noStrike" spc="-1" dirty="0">
                <a:solidFill>
                  <a:schemeClr val="tx1">
                    <a:lumMod val="75000"/>
                  </a:schemeClr>
                </a:solidFill>
                <a:latin typeface="Mulish"/>
                <a:ea typeface="Mulish"/>
              </a:rPr>
              <a:t>Croma.com – Electronics retailer platform.</a:t>
            </a:r>
          </a:p>
          <a:p>
            <a:pPr marL="514350" indent="-285750">
              <a:lnSpc>
                <a:spcPct val="100000"/>
              </a:lnSpc>
              <a:spcAft>
                <a:spcPts val="1599"/>
              </a:spcAft>
              <a:buFont typeface="Wingdings" panose="05000000000000000000" pitchFamily="2" charset="2"/>
              <a:buChar char="§"/>
              <a:tabLst>
                <a:tab pos="0" algn="l"/>
              </a:tabLst>
            </a:pPr>
            <a:r>
              <a:rPr lang="en-US" sz="1800" b="0" strike="noStrike" spc="-1" dirty="0">
                <a:solidFill>
                  <a:schemeClr val="tx1">
                    <a:lumMod val="75000"/>
                  </a:schemeClr>
                </a:solidFill>
                <a:latin typeface="Mulish"/>
                <a:ea typeface="Mulish"/>
              </a:rPr>
              <a:t>Note: No APIs are used; all data is extracted through web scraping via Selenium.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C31DB0-3955-5DDD-8225-D0F35BA59431}"/>
              </a:ext>
            </a:extLst>
          </p:cNvPr>
          <p:cNvSpPr txBox="1"/>
          <p:nvPr/>
        </p:nvSpPr>
        <p:spPr>
          <a:xfrm>
            <a:off x="4489498" y="4614214"/>
            <a:ext cx="165004" cy="369332"/>
          </a:xfrm>
          <a:prstGeom prst="rect">
            <a:avLst/>
          </a:prstGeom>
          <a:noFill/>
        </p:spPr>
        <p:txBody>
          <a:bodyPr wrap="square">
            <a:spAutoFit/>
          </a:bodyPr>
          <a:lstStyle/>
          <a:p>
            <a:pPr indent="0" algn="ctr" defTabSz="914400">
              <a:lnSpc>
                <a:spcPct val="100000"/>
              </a:lnSpc>
              <a:buNone/>
              <a:tabLst>
                <a:tab pos="0" algn="l"/>
              </a:tabLst>
            </a:pPr>
            <a:fld id="{95446D6B-8FC6-4496-B123-F8A51F02D41E}" type="slidenum">
              <a:rPr lang="fr-FR" sz="1800" b="0" strike="noStrike" spc="-1" smtClean="0">
                <a:solidFill>
                  <a:schemeClr val="dk2"/>
                </a:solidFill>
                <a:latin typeface="Mulish"/>
                <a:ea typeface="Mulish"/>
              </a:rPr>
              <a:pPr indent="0" algn="ctr" defTabSz="914400">
                <a:lnSpc>
                  <a:spcPct val="100000"/>
                </a:lnSpc>
                <a:buNone/>
                <a:tabLst>
                  <a:tab pos="0" algn="l"/>
                </a:tabLst>
              </a:pPr>
              <a:t>9</a:t>
            </a:fld>
            <a:endParaRPr lang="en-US" sz="1800" b="0" strike="noStrike" spc="-1" dirty="0">
              <a:solidFill>
                <a:srgbClr val="000000"/>
              </a:solidFill>
              <a:latin typeface="OpenSymbol"/>
            </a:endParaRPr>
          </a:p>
        </p:txBody>
      </p:sp>
      <p:sp>
        <p:nvSpPr>
          <p:cNvPr id="5" name="TextBox 4">
            <a:extLst>
              <a:ext uri="{FF2B5EF4-FFF2-40B4-BE49-F238E27FC236}">
                <a16:creationId xmlns:a16="http://schemas.microsoft.com/office/drawing/2014/main" id="{F4E13A7A-071E-E627-A329-B0F331AEA288}"/>
              </a:ext>
            </a:extLst>
          </p:cNvPr>
          <p:cNvSpPr txBox="1"/>
          <p:nvPr/>
        </p:nvSpPr>
        <p:spPr>
          <a:xfrm>
            <a:off x="285322" y="436574"/>
            <a:ext cx="4245425" cy="461665"/>
          </a:xfrm>
          <a:prstGeom prst="rect">
            <a:avLst/>
          </a:prstGeom>
          <a:noFill/>
        </p:spPr>
        <p:txBody>
          <a:bodyPr wrap="square" rtlCol="0">
            <a:spAutoFit/>
          </a:bodyPr>
          <a:lstStyle/>
          <a:p>
            <a:r>
              <a:rPr lang="en-IN" sz="2400" dirty="0">
                <a:solidFill>
                  <a:schemeClr val="bg2">
                    <a:lumMod val="50000"/>
                  </a:schemeClr>
                </a:solidFill>
              </a:rPr>
              <a:t>Required Libraries:</a:t>
            </a:r>
          </a:p>
        </p:txBody>
      </p:sp>
      <p:pic>
        <p:nvPicPr>
          <p:cNvPr id="10" name="Picture 9">
            <a:extLst>
              <a:ext uri="{FF2B5EF4-FFF2-40B4-BE49-F238E27FC236}">
                <a16:creationId xmlns:a16="http://schemas.microsoft.com/office/drawing/2014/main" id="{5DF9C0A5-8EEA-68F7-6437-280C0E9F60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322" y="1313162"/>
            <a:ext cx="8418665" cy="2598820"/>
          </a:xfrm>
          <a:prstGeom prst="rect">
            <a:avLst/>
          </a:prstGeom>
        </p:spPr>
      </p:pic>
    </p:spTree>
    <p:extLst>
      <p:ext uri="{BB962C8B-B14F-4D97-AF65-F5344CB8AC3E}">
        <p14:creationId xmlns:p14="http://schemas.microsoft.com/office/powerpoint/2010/main" val="4043709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F77CEC-A8CF-AB9F-7C23-0ECD3EBC9468}"/>
              </a:ext>
            </a:extLst>
          </p:cNvPr>
          <p:cNvSpPr txBox="1"/>
          <p:nvPr/>
        </p:nvSpPr>
        <p:spPr>
          <a:xfrm>
            <a:off x="4343400" y="4593590"/>
            <a:ext cx="457200" cy="369332"/>
          </a:xfrm>
          <a:prstGeom prst="rect">
            <a:avLst/>
          </a:prstGeom>
          <a:noFill/>
        </p:spPr>
        <p:txBody>
          <a:bodyPr wrap="square">
            <a:spAutoFit/>
          </a:bodyPr>
          <a:lstStyle/>
          <a:p>
            <a:pPr indent="0" algn="ctr" defTabSz="914400">
              <a:lnSpc>
                <a:spcPct val="100000"/>
              </a:lnSpc>
              <a:buNone/>
              <a:tabLst>
                <a:tab pos="0" algn="l"/>
              </a:tabLst>
            </a:pPr>
            <a:fld id="{95446D6B-8FC6-4496-B123-F8A51F02D41E}" type="slidenum">
              <a:rPr lang="fr-FR" sz="1800" b="0" strike="noStrike" spc="-1" smtClean="0">
                <a:solidFill>
                  <a:schemeClr val="dk2"/>
                </a:solidFill>
                <a:latin typeface="Mulish"/>
                <a:ea typeface="Mulish"/>
              </a:rPr>
              <a:pPr indent="0" algn="ctr" defTabSz="914400">
                <a:lnSpc>
                  <a:spcPct val="100000"/>
                </a:lnSpc>
                <a:buNone/>
                <a:tabLst>
                  <a:tab pos="0" algn="l"/>
                </a:tabLst>
              </a:pPr>
              <a:t>10</a:t>
            </a:fld>
            <a:endParaRPr lang="en-US" sz="1800" b="0" strike="noStrike" spc="-1" dirty="0">
              <a:solidFill>
                <a:srgbClr val="000000"/>
              </a:solidFill>
              <a:latin typeface="OpenSymbol"/>
            </a:endParaRPr>
          </a:p>
        </p:txBody>
      </p:sp>
      <p:sp>
        <p:nvSpPr>
          <p:cNvPr id="4" name="TextBox 3">
            <a:extLst>
              <a:ext uri="{FF2B5EF4-FFF2-40B4-BE49-F238E27FC236}">
                <a16:creationId xmlns:a16="http://schemas.microsoft.com/office/drawing/2014/main" id="{94B762A6-4F7C-4B54-9190-0612DE60862A}"/>
              </a:ext>
            </a:extLst>
          </p:cNvPr>
          <p:cNvSpPr txBox="1"/>
          <p:nvPr/>
        </p:nvSpPr>
        <p:spPr>
          <a:xfrm>
            <a:off x="378135" y="391886"/>
            <a:ext cx="4839338" cy="461665"/>
          </a:xfrm>
          <a:prstGeom prst="rect">
            <a:avLst/>
          </a:prstGeom>
          <a:noFill/>
        </p:spPr>
        <p:txBody>
          <a:bodyPr wrap="none" rtlCol="0">
            <a:spAutoFit/>
          </a:bodyPr>
          <a:lstStyle/>
          <a:p>
            <a:r>
              <a:rPr lang="en-IN" sz="2400" dirty="0"/>
              <a:t>Taking Input &amp; Setting Up Chrome</a:t>
            </a:r>
          </a:p>
        </p:txBody>
      </p:sp>
      <p:pic>
        <p:nvPicPr>
          <p:cNvPr id="6" name="Picture 5">
            <a:extLst>
              <a:ext uri="{FF2B5EF4-FFF2-40B4-BE49-F238E27FC236}">
                <a16:creationId xmlns:a16="http://schemas.microsoft.com/office/drawing/2014/main" id="{C73E36B5-65C9-A8B9-BBF6-9A0B1571B8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508" y="970900"/>
            <a:ext cx="8614611" cy="3573599"/>
          </a:xfrm>
          <a:prstGeom prst="rect">
            <a:avLst/>
          </a:prstGeom>
        </p:spPr>
      </p:pic>
    </p:spTree>
    <p:extLst>
      <p:ext uri="{BB962C8B-B14F-4D97-AF65-F5344CB8AC3E}">
        <p14:creationId xmlns:p14="http://schemas.microsoft.com/office/powerpoint/2010/main" val="3573820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0D3B4A-9A6B-7B27-21DB-6EB7FD6184C5}"/>
              </a:ext>
            </a:extLst>
          </p:cNvPr>
          <p:cNvPicPr>
            <a:picLocks noChangeAspect="1"/>
          </p:cNvPicPr>
          <p:nvPr/>
        </p:nvPicPr>
        <p:blipFill>
          <a:blip r:embed="rId3"/>
          <a:stretch>
            <a:fillRect/>
          </a:stretch>
        </p:blipFill>
        <p:spPr>
          <a:xfrm>
            <a:off x="171880" y="804396"/>
            <a:ext cx="4627000" cy="3746977"/>
          </a:xfrm>
          <a:prstGeom prst="rect">
            <a:avLst/>
          </a:prstGeom>
        </p:spPr>
      </p:pic>
      <p:sp>
        <p:nvSpPr>
          <p:cNvPr id="4" name="TextBox 3">
            <a:extLst>
              <a:ext uri="{FF2B5EF4-FFF2-40B4-BE49-F238E27FC236}">
                <a16:creationId xmlns:a16="http://schemas.microsoft.com/office/drawing/2014/main" id="{1C6F1E52-36C3-7D24-80FC-53E007065F6F}"/>
              </a:ext>
            </a:extLst>
          </p:cNvPr>
          <p:cNvSpPr txBox="1"/>
          <p:nvPr/>
        </p:nvSpPr>
        <p:spPr>
          <a:xfrm>
            <a:off x="357510" y="342731"/>
            <a:ext cx="3231975" cy="461665"/>
          </a:xfrm>
          <a:prstGeom prst="rect">
            <a:avLst/>
          </a:prstGeom>
          <a:noFill/>
        </p:spPr>
        <p:txBody>
          <a:bodyPr wrap="none" rtlCol="0">
            <a:spAutoFit/>
          </a:bodyPr>
          <a:lstStyle/>
          <a:p>
            <a:r>
              <a:rPr lang="en-IN" sz="2400" dirty="0"/>
              <a:t>Searching on </a:t>
            </a:r>
            <a:r>
              <a:rPr lang="en-IN" sz="2400" dirty="0" err="1"/>
              <a:t>FlipKart</a:t>
            </a:r>
            <a:r>
              <a:rPr lang="en-IN" sz="2400" dirty="0"/>
              <a:t>:</a:t>
            </a:r>
          </a:p>
        </p:txBody>
      </p:sp>
      <p:pic>
        <p:nvPicPr>
          <p:cNvPr id="6" name="Picture 5">
            <a:extLst>
              <a:ext uri="{FF2B5EF4-FFF2-40B4-BE49-F238E27FC236}">
                <a16:creationId xmlns:a16="http://schemas.microsoft.com/office/drawing/2014/main" id="{B1FFA696-207B-4BEB-8231-E9C6605023C3}"/>
              </a:ext>
            </a:extLst>
          </p:cNvPr>
          <p:cNvPicPr>
            <a:picLocks noChangeAspect="1"/>
          </p:cNvPicPr>
          <p:nvPr/>
        </p:nvPicPr>
        <p:blipFill>
          <a:blip r:embed="rId4"/>
          <a:stretch>
            <a:fillRect/>
          </a:stretch>
        </p:blipFill>
        <p:spPr>
          <a:xfrm>
            <a:off x="4853882" y="446887"/>
            <a:ext cx="4118238" cy="4255742"/>
          </a:xfrm>
          <a:prstGeom prst="rect">
            <a:avLst/>
          </a:prstGeom>
        </p:spPr>
      </p:pic>
      <p:sp>
        <p:nvSpPr>
          <p:cNvPr id="8" name="TextBox 7">
            <a:extLst>
              <a:ext uri="{FF2B5EF4-FFF2-40B4-BE49-F238E27FC236}">
                <a16:creationId xmlns:a16="http://schemas.microsoft.com/office/drawing/2014/main" id="{1A5583DA-3BD2-8E27-B07A-54E4D9C36116}"/>
              </a:ext>
            </a:extLst>
          </p:cNvPr>
          <p:cNvSpPr txBox="1"/>
          <p:nvPr/>
        </p:nvSpPr>
        <p:spPr>
          <a:xfrm>
            <a:off x="4336525" y="4643706"/>
            <a:ext cx="470950" cy="369332"/>
          </a:xfrm>
          <a:prstGeom prst="rect">
            <a:avLst/>
          </a:prstGeom>
          <a:noFill/>
        </p:spPr>
        <p:txBody>
          <a:bodyPr wrap="square">
            <a:spAutoFit/>
          </a:bodyPr>
          <a:lstStyle/>
          <a:p>
            <a:fld id="{95446D6B-8FC6-4496-B123-F8A51F02D41E}" type="slidenum">
              <a:rPr lang="fr-FR" sz="1800" b="0" strike="noStrike" spc="-1" smtClean="0">
                <a:solidFill>
                  <a:schemeClr val="dk2"/>
                </a:solidFill>
                <a:latin typeface="Mulish"/>
                <a:ea typeface="Mulish"/>
              </a:rPr>
              <a:pPr/>
              <a:t>11</a:t>
            </a:fld>
            <a:endParaRPr lang="en-IN" dirty="0"/>
          </a:p>
        </p:txBody>
      </p:sp>
    </p:spTree>
    <p:extLst>
      <p:ext uri="{BB962C8B-B14F-4D97-AF65-F5344CB8AC3E}">
        <p14:creationId xmlns:p14="http://schemas.microsoft.com/office/powerpoint/2010/main" val="2549359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7837B4-7585-090E-D5C0-87647BEE481A}"/>
              </a:ext>
            </a:extLst>
          </p:cNvPr>
          <p:cNvSpPr txBox="1"/>
          <p:nvPr/>
        </p:nvSpPr>
        <p:spPr>
          <a:xfrm>
            <a:off x="4329649" y="4621090"/>
            <a:ext cx="484701" cy="369332"/>
          </a:xfrm>
          <a:prstGeom prst="rect">
            <a:avLst/>
          </a:prstGeom>
          <a:noFill/>
        </p:spPr>
        <p:txBody>
          <a:bodyPr wrap="square">
            <a:spAutoFit/>
          </a:bodyPr>
          <a:lstStyle/>
          <a:p>
            <a:fld id="{95446D6B-8FC6-4496-B123-F8A51F02D41E}" type="slidenum">
              <a:rPr lang="fr-FR" sz="1800" b="0" strike="noStrike" spc="-1" smtClean="0">
                <a:solidFill>
                  <a:schemeClr val="dk2"/>
                </a:solidFill>
                <a:latin typeface="Mulish"/>
                <a:ea typeface="Mulish"/>
              </a:rPr>
              <a:pPr/>
              <a:t>12</a:t>
            </a:fld>
            <a:endParaRPr lang="en-IN" dirty="0"/>
          </a:p>
        </p:txBody>
      </p:sp>
      <p:sp>
        <p:nvSpPr>
          <p:cNvPr id="4" name="TextBox 3">
            <a:extLst>
              <a:ext uri="{FF2B5EF4-FFF2-40B4-BE49-F238E27FC236}">
                <a16:creationId xmlns:a16="http://schemas.microsoft.com/office/drawing/2014/main" id="{16688D31-5D80-0136-6E8F-9D64F5956450}"/>
              </a:ext>
            </a:extLst>
          </p:cNvPr>
          <p:cNvSpPr txBox="1"/>
          <p:nvPr/>
        </p:nvSpPr>
        <p:spPr>
          <a:xfrm>
            <a:off x="378135" y="336884"/>
            <a:ext cx="3283912" cy="461665"/>
          </a:xfrm>
          <a:prstGeom prst="rect">
            <a:avLst/>
          </a:prstGeom>
          <a:noFill/>
        </p:spPr>
        <p:txBody>
          <a:bodyPr wrap="none" rtlCol="0">
            <a:spAutoFit/>
          </a:bodyPr>
          <a:lstStyle/>
          <a:p>
            <a:r>
              <a:rPr lang="en-IN" sz="2400" dirty="0"/>
              <a:t>Searching on Amazon:</a:t>
            </a:r>
          </a:p>
        </p:txBody>
      </p:sp>
      <p:pic>
        <p:nvPicPr>
          <p:cNvPr id="6" name="Picture 5">
            <a:extLst>
              <a:ext uri="{FF2B5EF4-FFF2-40B4-BE49-F238E27FC236}">
                <a16:creationId xmlns:a16="http://schemas.microsoft.com/office/drawing/2014/main" id="{8803969D-3286-26DD-114B-511ACF30CDF8}"/>
              </a:ext>
            </a:extLst>
          </p:cNvPr>
          <p:cNvPicPr>
            <a:picLocks noChangeAspect="1"/>
          </p:cNvPicPr>
          <p:nvPr/>
        </p:nvPicPr>
        <p:blipFill>
          <a:blip r:embed="rId3"/>
          <a:stretch>
            <a:fillRect/>
          </a:stretch>
        </p:blipFill>
        <p:spPr>
          <a:xfrm>
            <a:off x="295634" y="798548"/>
            <a:ext cx="8635236" cy="3917831"/>
          </a:xfrm>
          <a:prstGeom prst="rect">
            <a:avLst/>
          </a:prstGeom>
        </p:spPr>
      </p:pic>
    </p:spTree>
    <p:extLst>
      <p:ext uri="{BB962C8B-B14F-4D97-AF65-F5344CB8AC3E}">
        <p14:creationId xmlns:p14="http://schemas.microsoft.com/office/powerpoint/2010/main" val="626092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3381D2-E3F1-7717-BE9F-1FC80BECE030}"/>
              </a:ext>
            </a:extLst>
          </p:cNvPr>
          <p:cNvSpPr txBox="1"/>
          <p:nvPr/>
        </p:nvSpPr>
        <p:spPr>
          <a:xfrm>
            <a:off x="4360588" y="4614215"/>
            <a:ext cx="422824" cy="369332"/>
          </a:xfrm>
          <a:prstGeom prst="rect">
            <a:avLst/>
          </a:prstGeom>
          <a:noFill/>
        </p:spPr>
        <p:txBody>
          <a:bodyPr wrap="square">
            <a:spAutoFit/>
          </a:bodyPr>
          <a:lstStyle/>
          <a:p>
            <a:fld id="{95446D6B-8FC6-4496-B123-F8A51F02D41E}" type="slidenum">
              <a:rPr lang="fr-FR" sz="1800" b="0" strike="noStrike" spc="-1" smtClean="0">
                <a:solidFill>
                  <a:schemeClr val="dk2"/>
                </a:solidFill>
                <a:latin typeface="Mulish"/>
                <a:ea typeface="Mulish"/>
              </a:rPr>
              <a:pPr/>
              <a:t>13</a:t>
            </a:fld>
            <a:endParaRPr lang="en-IN" dirty="0"/>
          </a:p>
        </p:txBody>
      </p:sp>
      <p:sp>
        <p:nvSpPr>
          <p:cNvPr id="4" name="TextBox 3">
            <a:extLst>
              <a:ext uri="{FF2B5EF4-FFF2-40B4-BE49-F238E27FC236}">
                <a16:creationId xmlns:a16="http://schemas.microsoft.com/office/drawing/2014/main" id="{F68D82D7-ACFE-2C17-CF80-357A9120D411}"/>
              </a:ext>
            </a:extLst>
          </p:cNvPr>
          <p:cNvSpPr txBox="1"/>
          <p:nvPr/>
        </p:nvSpPr>
        <p:spPr>
          <a:xfrm>
            <a:off x="419387" y="371261"/>
            <a:ext cx="3095719" cy="461665"/>
          </a:xfrm>
          <a:prstGeom prst="rect">
            <a:avLst/>
          </a:prstGeom>
          <a:noFill/>
        </p:spPr>
        <p:txBody>
          <a:bodyPr wrap="none" rtlCol="0">
            <a:spAutoFit/>
          </a:bodyPr>
          <a:lstStyle/>
          <a:p>
            <a:r>
              <a:rPr lang="en-IN" sz="2400" dirty="0"/>
              <a:t>Searching on Croma:</a:t>
            </a:r>
          </a:p>
        </p:txBody>
      </p:sp>
      <p:pic>
        <p:nvPicPr>
          <p:cNvPr id="6" name="Picture 5">
            <a:extLst>
              <a:ext uri="{FF2B5EF4-FFF2-40B4-BE49-F238E27FC236}">
                <a16:creationId xmlns:a16="http://schemas.microsoft.com/office/drawing/2014/main" id="{EC286C64-D6A0-A1C6-D5F0-D3B99C309D11}"/>
              </a:ext>
            </a:extLst>
          </p:cNvPr>
          <p:cNvPicPr>
            <a:picLocks noChangeAspect="1"/>
          </p:cNvPicPr>
          <p:nvPr/>
        </p:nvPicPr>
        <p:blipFill>
          <a:blip r:embed="rId2"/>
          <a:stretch>
            <a:fillRect/>
          </a:stretch>
        </p:blipFill>
        <p:spPr>
          <a:xfrm>
            <a:off x="247508" y="832926"/>
            <a:ext cx="5486400" cy="3726352"/>
          </a:xfrm>
          <a:prstGeom prst="rect">
            <a:avLst/>
          </a:prstGeom>
        </p:spPr>
      </p:pic>
      <p:sp>
        <p:nvSpPr>
          <p:cNvPr id="7" name="TextBox 6">
            <a:extLst>
              <a:ext uri="{FF2B5EF4-FFF2-40B4-BE49-F238E27FC236}">
                <a16:creationId xmlns:a16="http://schemas.microsoft.com/office/drawing/2014/main" id="{5B5D8076-36B7-6DDF-DBD5-91A78C079300}"/>
              </a:ext>
            </a:extLst>
          </p:cNvPr>
          <p:cNvSpPr txBox="1"/>
          <p:nvPr/>
        </p:nvSpPr>
        <p:spPr>
          <a:xfrm>
            <a:off x="6105167" y="379164"/>
            <a:ext cx="1946367" cy="461665"/>
          </a:xfrm>
          <a:prstGeom prst="rect">
            <a:avLst/>
          </a:prstGeom>
          <a:noFill/>
        </p:spPr>
        <p:txBody>
          <a:bodyPr wrap="none" rtlCol="0">
            <a:spAutoFit/>
          </a:bodyPr>
          <a:lstStyle/>
          <a:p>
            <a:r>
              <a:rPr lang="en-IN" sz="2400" dirty="0"/>
              <a:t>Final Output:</a:t>
            </a:r>
          </a:p>
        </p:txBody>
      </p:sp>
      <p:pic>
        <p:nvPicPr>
          <p:cNvPr id="9" name="Picture 8">
            <a:extLst>
              <a:ext uri="{FF2B5EF4-FFF2-40B4-BE49-F238E27FC236}">
                <a16:creationId xmlns:a16="http://schemas.microsoft.com/office/drawing/2014/main" id="{3A5B7237-D535-DCD2-6BFB-411838724D9C}"/>
              </a:ext>
            </a:extLst>
          </p:cNvPr>
          <p:cNvPicPr>
            <a:picLocks noChangeAspect="1"/>
          </p:cNvPicPr>
          <p:nvPr/>
        </p:nvPicPr>
        <p:blipFill>
          <a:blip r:embed="rId3"/>
          <a:stretch>
            <a:fillRect/>
          </a:stretch>
        </p:blipFill>
        <p:spPr>
          <a:xfrm>
            <a:off x="5857660" y="1091301"/>
            <a:ext cx="3038832" cy="1328765"/>
          </a:xfrm>
          <a:prstGeom prst="rect">
            <a:avLst/>
          </a:prstGeom>
        </p:spPr>
      </p:pic>
    </p:spTree>
    <p:extLst>
      <p:ext uri="{BB962C8B-B14F-4D97-AF65-F5344CB8AC3E}">
        <p14:creationId xmlns:p14="http://schemas.microsoft.com/office/powerpoint/2010/main" val="4160642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018228-60A6-E04C-4C42-70B8CB22AECB}"/>
              </a:ext>
            </a:extLst>
          </p:cNvPr>
          <p:cNvSpPr txBox="1"/>
          <p:nvPr/>
        </p:nvSpPr>
        <p:spPr>
          <a:xfrm>
            <a:off x="481262" y="391886"/>
            <a:ext cx="2323072" cy="461665"/>
          </a:xfrm>
          <a:prstGeom prst="rect">
            <a:avLst/>
          </a:prstGeom>
          <a:noFill/>
        </p:spPr>
        <p:txBody>
          <a:bodyPr wrap="none" rtlCol="0">
            <a:spAutoFit/>
          </a:bodyPr>
          <a:lstStyle/>
          <a:p>
            <a:r>
              <a:rPr lang="en-IN" sz="2400" dirty="0"/>
              <a:t>Sample Output:</a:t>
            </a:r>
          </a:p>
        </p:txBody>
      </p:sp>
      <p:sp>
        <p:nvSpPr>
          <p:cNvPr id="4" name="TextBox 3">
            <a:extLst>
              <a:ext uri="{FF2B5EF4-FFF2-40B4-BE49-F238E27FC236}">
                <a16:creationId xmlns:a16="http://schemas.microsoft.com/office/drawing/2014/main" id="{DC30CD8D-B5E4-BDA4-1A0E-A65B8F6B8252}"/>
              </a:ext>
            </a:extLst>
          </p:cNvPr>
          <p:cNvSpPr txBox="1"/>
          <p:nvPr/>
        </p:nvSpPr>
        <p:spPr>
          <a:xfrm>
            <a:off x="4350275" y="4593589"/>
            <a:ext cx="443450" cy="369332"/>
          </a:xfrm>
          <a:prstGeom prst="rect">
            <a:avLst/>
          </a:prstGeom>
          <a:noFill/>
        </p:spPr>
        <p:txBody>
          <a:bodyPr wrap="square">
            <a:spAutoFit/>
          </a:bodyPr>
          <a:lstStyle/>
          <a:p>
            <a:fld id="{95446D6B-8FC6-4496-B123-F8A51F02D41E}" type="slidenum">
              <a:rPr lang="fr-FR" sz="1800" b="0" strike="noStrike" spc="-1" smtClean="0">
                <a:solidFill>
                  <a:schemeClr val="dk2"/>
                </a:solidFill>
                <a:latin typeface="Mulish"/>
                <a:ea typeface="Mulish"/>
              </a:rPr>
              <a:pPr/>
              <a:t>14</a:t>
            </a:fld>
            <a:endParaRPr lang="en-IN" dirty="0"/>
          </a:p>
        </p:txBody>
      </p:sp>
      <p:pic>
        <p:nvPicPr>
          <p:cNvPr id="6" name="Picture 5">
            <a:extLst>
              <a:ext uri="{FF2B5EF4-FFF2-40B4-BE49-F238E27FC236}">
                <a16:creationId xmlns:a16="http://schemas.microsoft.com/office/drawing/2014/main" id="{59A54E88-CCC8-B990-E660-D9BB9344AD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5698" y="2806273"/>
            <a:ext cx="4324954" cy="1324160"/>
          </a:xfrm>
          <a:prstGeom prst="rect">
            <a:avLst/>
          </a:prstGeom>
        </p:spPr>
      </p:pic>
      <p:pic>
        <p:nvPicPr>
          <p:cNvPr id="8" name="Picture 7">
            <a:extLst>
              <a:ext uri="{FF2B5EF4-FFF2-40B4-BE49-F238E27FC236}">
                <a16:creationId xmlns:a16="http://schemas.microsoft.com/office/drawing/2014/main" id="{5DC2AA43-2567-5057-126B-6956DEE3DA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2525" y="981519"/>
            <a:ext cx="3753374" cy="1543265"/>
          </a:xfrm>
          <a:prstGeom prst="rect">
            <a:avLst/>
          </a:prstGeom>
        </p:spPr>
      </p:pic>
      <p:pic>
        <p:nvPicPr>
          <p:cNvPr id="10" name="Picture 9">
            <a:extLst>
              <a:ext uri="{FF2B5EF4-FFF2-40B4-BE49-F238E27FC236}">
                <a16:creationId xmlns:a16="http://schemas.microsoft.com/office/drawing/2014/main" id="{2482FE95-1A99-5FC0-30AE-8073356481F0}"/>
              </a:ext>
            </a:extLst>
          </p:cNvPr>
          <p:cNvPicPr>
            <a:picLocks noChangeAspect="1"/>
          </p:cNvPicPr>
          <p:nvPr/>
        </p:nvPicPr>
        <p:blipFill>
          <a:blip r:embed="rId5"/>
          <a:stretch>
            <a:fillRect/>
          </a:stretch>
        </p:blipFill>
        <p:spPr>
          <a:xfrm>
            <a:off x="4411281" y="1013067"/>
            <a:ext cx="4267796" cy="1209844"/>
          </a:xfrm>
          <a:prstGeom prst="rect">
            <a:avLst/>
          </a:prstGeom>
        </p:spPr>
      </p:pic>
    </p:spTree>
    <p:extLst>
      <p:ext uri="{BB962C8B-B14F-4D97-AF65-F5344CB8AC3E}">
        <p14:creationId xmlns:p14="http://schemas.microsoft.com/office/powerpoint/2010/main" val="3821984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723960" y="447840"/>
            <a:ext cx="7705440" cy="571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3000" b="1" strike="noStrike" spc="-1">
                <a:solidFill>
                  <a:schemeClr val="dk1"/>
                </a:solidFill>
                <a:latin typeface="Quicksand"/>
                <a:ea typeface="Quicksand"/>
              </a:rPr>
              <a:t>Conclusions</a:t>
            </a:r>
            <a:endParaRPr lang="fr-FR" sz="3000" b="0" strike="noStrike" spc="-1">
              <a:solidFill>
                <a:schemeClr val="dk1"/>
              </a:solidFill>
              <a:latin typeface="Arial"/>
            </a:endParaRPr>
          </a:p>
        </p:txBody>
      </p:sp>
      <p:sp>
        <p:nvSpPr>
          <p:cNvPr id="234" name="PlaceHolder 2"/>
          <p:cNvSpPr>
            <a:spLocks noGrp="1"/>
          </p:cNvSpPr>
          <p:nvPr>
            <p:ph/>
          </p:nvPr>
        </p:nvSpPr>
        <p:spPr>
          <a:xfrm>
            <a:off x="723960" y="1219320"/>
            <a:ext cx="7705440" cy="3228480"/>
          </a:xfrm>
          <a:prstGeom prst="rect">
            <a:avLst/>
          </a:prstGeom>
          <a:noFill/>
          <a:ln w="0">
            <a:noFill/>
          </a:ln>
        </p:spPr>
        <p:txBody>
          <a:bodyPr lIns="91440" tIns="91440" rIns="91440" bIns="91440" anchor="t">
            <a:normAutofit/>
          </a:bodyPr>
          <a:lstStyle/>
          <a:p>
            <a:pPr marL="457200" indent="-314280" algn="just">
              <a:lnSpc>
                <a:spcPct val="100000"/>
              </a:lnSpc>
              <a:buFont typeface="Wingdings" panose="05000000000000000000" pitchFamily="2" charset="2"/>
              <a:buChar char="§"/>
              <a:tabLst>
                <a:tab pos="0" algn="l"/>
              </a:tabLst>
            </a:pPr>
            <a:r>
              <a:rPr lang="en-US" sz="1400" b="0" strike="noStrike" spc="-1" dirty="0">
                <a:solidFill>
                  <a:schemeClr val="dk1"/>
                </a:solidFill>
                <a:latin typeface="Mulish"/>
                <a:ea typeface="Mulish"/>
              </a:rPr>
              <a:t>This project demonstrates how automation can simplify everyday tasks like online shopping. </a:t>
            </a:r>
          </a:p>
          <a:p>
            <a:pPr marL="457200" indent="-314280" algn="just">
              <a:lnSpc>
                <a:spcPct val="100000"/>
              </a:lnSpc>
              <a:buFont typeface="Wingdings" panose="05000000000000000000" pitchFamily="2" charset="2"/>
              <a:buChar char="§"/>
              <a:tabLst>
                <a:tab pos="0" algn="l"/>
              </a:tabLst>
            </a:pPr>
            <a:r>
              <a:rPr lang="en-US" sz="1400" b="0" strike="noStrike" spc="-1" dirty="0">
                <a:solidFill>
                  <a:schemeClr val="dk1"/>
                </a:solidFill>
                <a:latin typeface="Mulish"/>
                <a:ea typeface="Mulish"/>
              </a:rPr>
              <a:t>T</a:t>
            </a:r>
            <a:r>
              <a:rPr lang="en" sz="1400" b="0" strike="noStrike" spc="-1" dirty="0">
                <a:solidFill>
                  <a:schemeClr val="dk1"/>
                </a:solidFill>
                <a:latin typeface="Mulish"/>
                <a:ea typeface="Mulish"/>
              </a:rPr>
              <a:t>he E-commerce Price Comparison Bot serves as a powerful tool for consumers, streamlining the search for the best prices while enhancing the shopping experience. Its robust technical architecture ensures reliable performance and easy integration, making it an ideal solution for both individual users and businesses.</a:t>
            </a:r>
            <a:endParaRPr lang="en-US" sz="1400" b="0" strike="noStrike" spc="-1" dirty="0">
              <a:solidFill>
                <a:schemeClr val="dk1"/>
              </a:solidFill>
              <a:latin typeface="Mulish"/>
              <a:ea typeface="Mulish"/>
            </a:endParaRPr>
          </a:p>
          <a:p>
            <a:pPr marL="457200" indent="-314280" algn="just">
              <a:lnSpc>
                <a:spcPct val="100000"/>
              </a:lnSpc>
              <a:buFont typeface="Wingdings" panose="05000000000000000000" pitchFamily="2" charset="2"/>
              <a:buChar char="§"/>
              <a:tabLst>
                <a:tab pos="0" algn="l"/>
              </a:tabLst>
            </a:pPr>
            <a:r>
              <a:rPr lang="en-US" sz="1400" b="0" strike="noStrike" spc="-1" dirty="0">
                <a:solidFill>
                  <a:schemeClr val="dk1"/>
                </a:solidFill>
                <a:latin typeface="Mulish"/>
                <a:ea typeface="Mulish"/>
              </a:rPr>
              <a:t>It also showcases the power of Python and Selenium in real-world applications. The bot can be further enhanced by:</a:t>
            </a:r>
          </a:p>
          <a:p>
            <a:pPr marL="457200" indent="-314280" algn="just">
              <a:lnSpc>
                <a:spcPct val="100000"/>
              </a:lnSpc>
              <a:buFont typeface="Wingdings" panose="05000000000000000000" pitchFamily="2" charset="2"/>
              <a:buChar char="§"/>
              <a:tabLst>
                <a:tab pos="0" algn="l"/>
              </a:tabLst>
            </a:pPr>
            <a:r>
              <a:rPr lang="en-US" sz="1400" b="0" strike="noStrike" spc="-1" dirty="0">
                <a:solidFill>
                  <a:schemeClr val="dk1"/>
                </a:solidFill>
                <a:latin typeface="Mulish"/>
                <a:ea typeface="Mulish"/>
              </a:rPr>
              <a:t>Adding more platforms (like Reliance Digital, </a:t>
            </a:r>
            <a:r>
              <a:rPr lang="en-US" sz="1400" b="0" strike="noStrike" spc="-1" dirty="0" err="1">
                <a:solidFill>
                  <a:schemeClr val="dk1"/>
                </a:solidFill>
                <a:latin typeface="Mulish"/>
                <a:ea typeface="Mulish"/>
              </a:rPr>
              <a:t>TataCliq</a:t>
            </a:r>
            <a:r>
              <a:rPr lang="en-US" sz="1400" b="0" strike="noStrike" spc="-1" dirty="0">
                <a:solidFill>
                  <a:schemeClr val="dk1"/>
                </a:solidFill>
                <a:latin typeface="Mulish"/>
                <a:ea typeface="Mulish"/>
              </a:rPr>
              <a:t>).</a:t>
            </a:r>
          </a:p>
          <a:p>
            <a:pPr marL="428670" indent="-285750" algn="just">
              <a:lnSpc>
                <a:spcPct val="100000"/>
              </a:lnSpc>
              <a:buFont typeface="Wingdings" panose="05000000000000000000" pitchFamily="2" charset="2"/>
              <a:buChar char="§"/>
              <a:tabLst>
                <a:tab pos="0" algn="l"/>
              </a:tabLst>
            </a:pPr>
            <a:r>
              <a:rPr lang="en-US" sz="1400" b="0" strike="noStrike" spc="-1" dirty="0">
                <a:solidFill>
                  <a:schemeClr val="dk1"/>
                </a:solidFill>
                <a:latin typeface="Mulish"/>
                <a:ea typeface="Mulish"/>
              </a:rPr>
              <a:t>Building a web interface.</a:t>
            </a:r>
          </a:p>
          <a:p>
            <a:pPr marL="428670" indent="-285750" algn="just">
              <a:lnSpc>
                <a:spcPct val="100000"/>
              </a:lnSpc>
              <a:buFont typeface="Wingdings" panose="05000000000000000000" pitchFamily="2" charset="2"/>
              <a:buChar char="§"/>
              <a:tabLst>
                <a:tab pos="0" algn="l"/>
              </a:tabLst>
            </a:pPr>
            <a:r>
              <a:rPr lang="en-US" sz="1400" b="0" strike="noStrike" spc="-1" dirty="0">
                <a:solidFill>
                  <a:schemeClr val="dk1"/>
                </a:solidFill>
                <a:latin typeface="Mulish"/>
                <a:ea typeface="Mulish"/>
              </a:rPr>
              <a:t>Storing historical price data for analytics.</a:t>
            </a:r>
          </a:p>
        </p:txBody>
      </p:sp>
      <p:sp>
        <p:nvSpPr>
          <p:cNvPr id="235" name="PlaceHolder 3"/>
          <p:cNvSpPr>
            <a:spLocks noGrp="1"/>
          </p:cNvSpPr>
          <p:nvPr>
            <p:ph type="sldNum" idx="31"/>
          </p:nvPr>
        </p:nvSpPr>
        <p:spPr>
          <a:xfrm>
            <a:off x="4295880" y="4600440"/>
            <a:ext cx="552240" cy="3166200"/>
          </a:xfrm>
          <a:prstGeom prst="rect">
            <a:avLst/>
          </a:prstGeom>
          <a:noFill/>
          <a:ln w="0">
            <a:noFill/>
          </a:ln>
        </p:spPr>
        <p:txBody>
          <a:bodyPr lIns="91440" tIns="91440" rIns="91440" bIns="91440" anchor="t">
            <a:noAutofit/>
          </a:bodyPr>
          <a:lstStyle>
            <a:lvl1pPr indent="0" algn="ctr" defTabSz="914400">
              <a:lnSpc>
                <a:spcPct val="100000"/>
              </a:lnSpc>
              <a:buNone/>
              <a:tabLst>
                <a:tab pos="0" algn="l"/>
              </a:tabLst>
              <a:defRPr lang="fr-FR" sz="1300" b="0" strike="noStrike" spc="-1">
                <a:solidFill>
                  <a:schemeClr val="dk2"/>
                </a:solidFill>
                <a:latin typeface="Mulish"/>
                <a:ea typeface="Mulish"/>
              </a:defRPr>
            </a:lvl1pPr>
          </a:lstStyle>
          <a:p>
            <a:pPr indent="0" algn="ctr" defTabSz="914400">
              <a:lnSpc>
                <a:spcPct val="100000"/>
              </a:lnSpc>
              <a:buNone/>
              <a:tabLst>
                <a:tab pos="0" algn="l"/>
              </a:tabLst>
            </a:pPr>
            <a:fld id="{906DC978-126B-43C0-86E2-E29E5A35BE4F}" type="slidenum">
              <a:rPr lang="fr-FR" sz="1300" b="0" strike="noStrike" spc="-1">
                <a:solidFill>
                  <a:schemeClr val="dk2"/>
                </a:solidFill>
                <a:latin typeface="Mulish"/>
                <a:ea typeface="Mulish"/>
              </a:rPr>
              <a:t>15</a:t>
            </a:fld>
            <a:endParaRPr lang="en-US" sz="1300" b="0" strike="noStrike" spc="-1">
              <a:solidFill>
                <a:srgbClr val="000000"/>
              </a:solidFill>
              <a:latin typeface="OpenSymbo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52A62-DFD5-5CE0-145F-72E9E859D665}"/>
            </a:ext>
          </a:extLst>
        </p:cNvPr>
        <p:cNvGrpSpPr/>
        <p:nvPr/>
      </p:nvGrpSpPr>
      <p:grpSpPr>
        <a:xfrm>
          <a:off x="0" y="0"/>
          <a:ext cx="0" cy="0"/>
          <a:chOff x="0" y="0"/>
          <a:chExt cx="0" cy="0"/>
        </a:xfrm>
      </p:grpSpPr>
      <p:sp>
        <p:nvSpPr>
          <p:cNvPr id="188" name="PlaceHolder 1">
            <a:extLst>
              <a:ext uri="{FF2B5EF4-FFF2-40B4-BE49-F238E27FC236}">
                <a16:creationId xmlns:a16="http://schemas.microsoft.com/office/drawing/2014/main" id="{FAFF29C1-C13B-3AB4-9823-A8C14D9A58A0}"/>
              </a:ext>
            </a:extLst>
          </p:cNvPr>
          <p:cNvSpPr>
            <a:spLocks noGrp="1"/>
          </p:cNvSpPr>
          <p:nvPr>
            <p:ph type="title"/>
          </p:nvPr>
        </p:nvSpPr>
        <p:spPr>
          <a:xfrm>
            <a:off x="1609560" y="1695600"/>
            <a:ext cx="5924160" cy="1890144"/>
          </a:xfrm>
          <a:prstGeom prst="rect">
            <a:avLst/>
          </a:prstGeom>
          <a:noFill/>
          <a:ln w="0">
            <a:noFill/>
          </a:ln>
        </p:spPr>
        <p:txBody>
          <a:bodyPr lIns="91440" tIns="91440" rIns="91440" bIns="91440" anchor="ctr">
            <a:normAutofit fontScale="92083"/>
          </a:bodyPr>
          <a:lstStyle/>
          <a:p>
            <a:pPr indent="0" algn="ctr">
              <a:lnSpc>
                <a:spcPct val="100000"/>
              </a:lnSpc>
              <a:buNone/>
              <a:tabLst>
                <a:tab pos="0" algn="l"/>
              </a:tabLst>
            </a:pPr>
            <a:r>
              <a:rPr lang="en" sz="6000" b="1" strike="noStrike" spc="-1" dirty="0">
                <a:solidFill>
                  <a:schemeClr val="dk1"/>
                </a:solidFill>
                <a:latin typeface="Quicksand"/>
                <a:ea typeface="Quicksand"/>
              </a:rPr>
              <a:t>Thank you!</a:t>
            </a:r>
            <a:endParaRPr lang="fr-FR" sz="6000" b="0" strike="noStrike" spc="-1" dirty="0">
              <a:solidFill>
                <a:schemeClr val="dk1"/>
              </a:solidFill>
              <a:latin typeface="Arial"/>
            </a:endParaRPr>
          </a:p>
        </p:txBody>
      </p:sp>
      <p:sp>
        <p:nvSpPr>
          <p:cNvPr id="189" name="PlaceHolder 2">
            <a:extLst>
              <a:ext uri="{FF2B5EF4-FFF2-40B4-BE49-F238E27FC236}">
                <a16:creationId xmlns:a16="http://schemas.microsoft.com/office/drawing/2014/main" id="{5E9095EE-5C00-ABDB-D4CF-99921EB0302C}"/>
              </a:ext>
            </a:extLst>
          </p:cNvPr>
          <p:cNvSpPr>
            <a:spLocks noGrp="1"/>
          </p:cNvSpPr>
          <p:nvPr>
            <p:ph type="subTitle"/>
          </p:nvPr>
        </p:nvSpPr>
        <p:spPr>
          <a:xfrm>
            <a:off x="1609560" y="3331233"/>
            <a:ext cx="5943240" cy="367385"/>
          </a:xfrm>
          <a:prstGeom prst="rect">
            <a:avLst/>
          </a:prstGeom>
          <a:noFill/>
          <a:ln w="0">
            <a:noFill/>
          </a:ln>
        </p:spPr>
        <p:txBody>
          <a:bodyPr lIns="91440" tIns="91440" rIns="91440" bIns="91440" anchor="t">
            <a:noAutofit/>
          </a:bodyPr>
          <a:lstStyle/>
          <a:p>
            <a:pPr indent="0" algn="ctr">
              <a:lnSpc>
                <a:spcPct val="100000"/>
              </a:lnSpc>
              <a:buNone/>
              <a:tabLst>
                <a:tab pos="0" algn="l"/>
              </a:tabLst>
            </a:pPr>
            <a:endParaRPr lang="en-US" sz="1400" b="0" strike="noStrike" spc="-1" dirty="0">
              <a:solidFill>
                <a:srgbClr val="000000"/>
              </a:solidFill>
              <a:latin typeface="OpenSymbol"/>
            </a:endParaRPr>
          </a:p>
        </p:txBody>
      </p:sp>
      <p:cxnSp>
        <p:nvCxnSpPr>
          <p:cNvPr id="190" name="Google Shape;287;p29">
            <a:extLst>
              <a:ext uri="{FF2B5EF4-FFF2-40B4-BE49-F238E27FC236}">
                <a16:creationId xmlns:a16="http://schemas.microsoft.com/office/drawing/2014/main" id="{D7BF60BC-DEF0-F3F2-4DD7-06AA7B3BB61B}"/>
              </a:ext>
            </a:extLst>
          </p:cNvPr>
          <p:cNvCxnSpPr/>
          <p:nvPr/>
        </p:nvCxnSpPr>
        <p:spPr>
          <a:xfrm flipV="1">
            <a:off x="1679193" y="3835411"/>
            <a:ext cx="5942880" cy="6840"/>
          </a:xfrm>
          <a:prstGeom prst="straightConnector1">
            <a:avLst/>
          </a:prstGeom>
          <a:ln w="19050">
            <a:solidFill>
              <a:srgbClr val="D8CEC9"/>
            </a:solidFill>
            <a:round/>
            <a:headEnd type="oval" w="med" len="med"/>
            <a:tailEnd type="oval" w="med" len="med"/>
          </a:ln>
        </p:spPr>
      </p:cxnSp>
      <p:cxnSp>
        <p:nvCxnSpPr>
          <p:cNvPr id="191" name="Google Shape;288;p29">
            <a:extLst>
              <a:ext uri="{FF2B5EF4-FFF2-40B4-BE49-F238E27FC236}">
                <a16:creationId xmlns:a16="http://schemas.microsoft.com/office/drawing/2014/main" id="{599647F6-AF8C-9E11-C6AE-501505BBB447}"/>
              </a:ext>
            </a:extLst>
          </p:cNvPr>
          <p:cNvCxnSpPr/>
          <p:nvPr/>
        </p:nvCxnSpPr>
        <p:spPr>
          <a:xfrm flipV="1">
            <a:off x="1609920" y="1500287"/>
            <a:ext cx="5942880" cy="7200"/>
          </a:xfrm>
          <a:prstGeom prst="straightConnector1">
            <a:avLst/>
          </a:prstGeom>
          <a:ln w="19050">
            <a:solidFill>
              <a:srgbClr val="D8CEC9"/>
            </a:solidFill>
            <a:round/>
            <a:headEnd type="oval" w="med" len="med"/>
            <a:tailEnd type="oval" w="med" len="med"/>
          </a:ln>
        </p:spPr>
      </p:cxnSp>
      <p:sp>
        <p:nvSpPr>
          <p:cNvPr id="192" name="Google Shape;289;p29">
            <a:extLst>
              <a:ext uri="{FF2B5EF4-FFF2-40B4-BE49-F238E27FC236}">
                <a16:creationId xmlns:a16="http://schemas.microsoft.com/office/drawing/2014/main" id="{05740B31-738A-09BD-B82F-055DAEF0D553}"/>
              </a:ext>
            </a:extLst>
          </p:cNvPr>
          <p:cNvSpPr/>
          <p:nvPr/>
        </p:nvSpPr>
        <p:spPr>
          <a:xfrm>
            <a:off x="2419200" y="1695600"/>
            <a:ext cx="237600" cy="237600"/>
          </a:xfrm>
          <a:prstGeom prst="rect">
            <a:avLst/>
          </a:prstGeom>
          <a:noFill/>
          <a:ln w="0">
            <a:noFill/>
          </a:ln>
        </p:spPr>
        <p:style>
          <a:lnRef idx="0">
            <a:scrgbClr r="0" g="0" b="0"/>
          </a:lnRef>
          <a:fillRef idx="0">
            <a:scrgbClr r="0" g="0" b="0"/>
          </a:fillRef>
          <a:effectRef idx="0">
            <a:scrgbClr r="0" g="0" b="0"/>
          </a:effectRef>
          <a:fontRef idx="minor"/>
        </p:style>
        <p:txBody>
          <a:bodyPr lIns="870823080" tIns="118800" rIns="870823080" bIns="118800" anchor="t">
            <a:spAutoFit/>
          </a:bodyPr>
          <a:lstStyle/>
          <a:p>
            <a:pPr defTabSz="914400">
              <a:lnSpc>
                <a:spcPct val="100000"/>
              </a:lnSpc>
              <a:tabLst>
                <a:tab pos="0" algn="l"/>
              </a:tabLst>
            </a:pPr>
            <a:endParaRPr lang="fr-FR" sz="1800" b="0" strike="noStrike" spc="-1">
              <a:solidFill>
                <a:schemeClr val="dk1"/>
              </a:solidFill>
              <a:latin typeface="Arial"/>
            </a:endParaRPr>
          </a:p>
        </p:txBody>
      </p:sp>
      <p:sp>
        <p:nvSpPr>
          <p:cNvPr id="193" name="Google Shape;290;p29">
            <a:extLst>
              <a:ext uri="{FF2B5EF4-FFF2-40B4-BE49-F238E27FC236}">
                <a16:creationId xmlns:a16="http://schemas.microsoft.com/office/drawing/2014/main" id="{79B9B040-5993-DF48-DFBA-CD776FA6E073}"/>
              </a:ext>
            </a:extLst>
          </p:cNvPr>
          <p:cNvSpPr/>
          <p:nvPr/>
        </p:nvSpPr>
        <p:spPr>
          <a:xfrm>
            <a:off x="6734160" y="1695600"/>
            <a:ext cx="237600" cy="237600"/>
          </a:xfrm>
          <a:prstGeom prst="rect">
            <a:avLst/>
          </a:prstGeom>
          <a:noFill/>
          <a:ln w="0">
            <a:noFill/>
          </a:ln>
        </p:spPr>
        <p:style>
          <a:lnRef idx="0">
            <a:scrgbClr r="0" g="0" b="0"/>
          </a:lnRef>
          <a:fillRef idx="0">
            <a:scrgbClr r="0" g="0" b="0"/>
          </a:fillRef>
          <a:effectRef idx="0">
            <a:scrgbClr r="0" g="0" b="0"/>
          </a:effectRef>
          <a:fontRef idx="minor"/>
        </p:style>
        <p:txBody>
          <a:bodyPr lIns="870823080" tIns="118800" rIns="870823080" bIns="118800" anchor="t">
            <a:spAutoFit/>
          </a:bodyPr>
          <a:lstStyle/>
          <a:p>
            <a:pPr defTabSz="914400">
              <a:lnSpc>
                <a:spcPct val="100000"/>
              </a:lnSpc>
              <a:tabLst>
                <a:tab pos="0" algn="l"/>
              </a:tabLst>
            </a:pPr>
            <a:endParaRPr lang="fr-FR" sz="1800" b="0" strike="noStrike" spc="-1">
              <a:solidFill>
                <a:schemeClr val="dk1"/>
              </a:solidFill>
              <a:latin typeface="Arial"/>
            </a:endParaRPr>
          </a:p>
        </p:txBody>
      </p:sp>
    </p:spTree>
    <p:extLst>
      <p:ext uri="{BB962C8B-B14F-4D97-AF65-F5344CB8AC3E}">
        <p14:creationId xmlns:p14="http://schemas.microsoft.com/office/powerpoint/2010/main" val="2082247108"/>
      </p:ext>
    </p:extLst>
  </p:cSld>
  <p:clrMapOvr>
    <a:masterClrMapping/>
  </p:clrMapOvr>
</p:sld>
</file>

<file path=ppt/theme/theme1.xml><?xml version="1.0" encoding="utf-8"?>
<a:theme xmlns:a="http://schemas.openxmlformats.org/drawingml/2006/main" name="Elegant Bachelor Thesis by Slidesgo">
  <a:themeElements>
    <a:clrScheme name="Simple Light">
      <a:dk1>
        <a:srgbClr val="5C5C5F"/>
      </a:dk1>
      <a:lt1>
        <a:srgbClr val="D8CEC9"/>
      </a:lt1>
      <a:dk2>
        <a:srgbClr val="927C71"/>
      </a:dk2>
      <a:lt2>
        <a:srgbClr val="FAFAFA"/>
      </a:lt2>
      <a:accent1>
        <a:srgbClr val="C99A7D"/>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Elegant Bachelor Thesis by Slidesgo">
  <a:themeElements>
    <a:clrScheme name="Simple Light">
      <a:dk1>
        <a:srgbClr val="5C5C5F"/>
      </a:dk1>
      <a:lt1>
        <a:srgbClr val="D8CEC9"/>
      </a:lt1>
      <a:dk2>
        <a:srgbClr val="927C71"/>
      </a:dk2>
      <a:lt2>
        <a:srgbClr val="FAFAFA"/>
      </a:lt2>
      <a:accent1>
        <a:srgbClr val="C99A7D"/>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Elegant Bachelor Thesis by Slidesgo">
  <a:themeElements>
    <a:clrScheme name="Simple Light">
      <a:dk1>
        <a:srgbClr val="5C5C5F"/>
      </a:dk1>
      <a:lt1>
        <a:srgbClr val="D8CEC9"/>
      </a:lt1>
      <a:dk2>
        <a:srgbClr val="927C71"/>
      </a:dk2>
      <a:lt2>
        <a:srgbClr val="FAFAFA"/>
      </a:lt2>
      <a:accent1>
        <a:srgbClr val="C99A7D"/>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Elegant Bachelor Thesis by Slidesgo">
  <a:themeElements>
    <a:clrScheme name="Simple Light">
      <a:dk1>
        <a:srgbClr val="5C5C5F"/>
      </a:dk1>
      <a:lt1>
        <a:srgbClr val="D8CEC9"/>
      </a:lt1>
      <a:dk2>
        <a:srgbClr val="927C71"/>
      </a:dk2>
      <a:lt2>
        <a:srgbClr val="FAFAFA"/>
      </a:lt2>
      <a:accent1>
        <a:srgbClr val="C99A7D"/>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159</TotalTime>
  <Words>669</Words>
  <Application>Microsoft Office PowerPoint</Application>
  <PresentationFormat>On-screen Show (16:9)</PresentationFormat>
  <Paragraphs>78</Paragraphs>
  <Slides>16</Slides>
  <Notes>3</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16</vt:i4>
      </vt:variant>
    </vt:vector>
  </HeadingPairs>
  <TitlesOfParts>
    <vt:vector size="27" baseType="lpstr">
      <vt:lpstr>Arial</vt:lpstr>
      <vt:lpstr>Calibri</vt:lpstr>
      <vt:lpstr>Mulish</vt:lpstr>
      <vt:lpstr>OpenSymbol</vt:lpstr>
      <vt:lpstr>Quicksand</vt:lpstr>
      <vt:lpstr>Symbol</vt:lpstr>
      <vt:lpstr>Wingdings</vt:lpstr>
      <vt:lpstr>Elegant Bachelor Thesis by Slidesgo</vt:lpstr>
      <vt:lpstr>Elegant Bachelor Thesis by Slidesgo</vt:lpstr>
      <vt:lpstr>Elegant Bachelor Thesis by Slidesgo</vt:lpstr>
      <vt:lpstr>Elegant Bachelor Thesis by Slidesgo</vt:lpstr>
      <vt:lpstr>E-commerce Price Comparison Bot</vt:lpstr>
      <vt:lpstr>Introduction</vt:lpstr>
      <vt:lpstr>Project Overview</vt:lpstr>
      <vt:lpstr>Introduction to the E-commerce Price Comparison Bot</vt:lpstr>
      <vt:lpstr>Objectives and Goals</vt:lpstr>
      <vt:lpstr>Target Audience</vt:lpstr>
      <vt:lpstr>Technical Architecture</vt:lpstr>
      <vt:lpstr>Framework and  Technologies  Used:</vt:lpstr>
      <vt:lpstr>PowerPoint Presentation</vt:lpstr>
      <vt:lpstr>PowerPoint Presentation</vt:lpstr>
      <vt:lpstr>PowerPoint Presentation</vt:lpstr>
      <vt:lpstr>PowerPoint Presentation</vt:lpstr>
      <vt:lpstr>PowerPoint Presentation</vt:lpstr>
      <vt:lpstr>PowerPoint Presentation</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Deekshitha Reddy</cp:lastModifiedBy>
  <cp:revision>2</cp:revision>
  <dcterms:modified xsi:type="dcterms:W3CDTF">2025-04-22T05:19:15Z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2025-04-21T17:10:40Z</dcterms:created>
  <dc:creator>Unknown Creator</dc:creator>
  <dc:description/>
  <dc:language>en-US</dc:language>
  <cp:lastModifiedBy>Unknown Creator</cp:lastModifiedBy>
  <dcterms:modified xsi:type="dcterms:W3CDTF">2025-04-21T17:10:40Z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